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9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4B4B"/>
    <a:srgbClr val="CC9900"/>
    <a:srgbClr val="443937"/>
    <a:srgbClr val="FC625F"/>
    <a:srgbClr val="C6B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48"/>
  </p:normalViewPr>
  <p:slideViewPr>
    <p:cSldViewPr snapToGrid="0" snapToObjects="1">
      <p:cViewPr varScale="1">
        <p:scale>
          <a:sx n="56" d="100"/>
          <a:sy n="56" d="100"/>
        </p:scale>
        <p:origin x="13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6A0A70-F39C-E14E-A9AD-78E4291BB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apezoid 1">
            <a:extLst>
              <a:ext uri="{FF2B5EF4-FFF2-40B4-BE49-F238E27FC236}">
                <a16:creationId xmlns:a16="http://schemas.microsoft.com/office/drawing/2014/main" id="{29EF1FD9-DDB0-4145-AD70-E8D911F73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39383" flipV="1">
            <a:off x="26874" y="246384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rapezoid 1">
            <a:extLst>
              <a:ext uri="{FF2B5EF4-FFF2-40B4-BE49-F238E27FC236}">
                <a16:creationId xmlns:a16="http://schemas.microsoft.com/office/drawing/2014/main" id="{A6F5D03F-41CE-EF46-88DA-86416703F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147602" y="40105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rapezoid 1">
            <a:extLst>
              <a:ext uri="{FF2B5EF4-FFF2-40B4-BE49-F238E27FC236}">
                <a16:creationId xmlns:a16="http://schemas.microsoft.com/office/drawing/2014/main" id="{CDF4494C-44FC-3B4E-8C25-D08C5047E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39383" flipV="1">
            <a:off x="8953306" y="4887884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rapezoid 1">
            <a:extLst>
              <a:ext uri="{FF2B5EF4-FFF2-40B4-BE49-F238E27FC236}">
                <a16:creationId xmlns:a16="http://schemas.microsoft.com/office/drawing/2014/main" id="{E1C15BFB-DB6D-314F-8C3A-45AF19AE1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6832578" y="6950673"/>
            <a:ext cx="1069074" cy="480751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908179"/>
              <a:gd name="connsiteY0" fmla="*/ 486446 h 486446"/>
              <a:gd name="connsiteX1" fmla="*/ 392592 w 2908179"/>
              <a:gd name="connsiteY1" fmla="*/ 5695 h 486446"/>
              <a:gd name="connsiteX2" fmla="*/ 787333 w 2908179"/>
              <a:gd name="connsiteY2" fmla="*/ 0 h 486446"/>
              <a:gd name="connsiteX3" fmla="*/ 2908179 w 2908179"/>
              <a:gd name="connsiteY3" fmla="*/ 486446 h 486446"/>
              <a:gd name="connsiteX4" fmla="*/ 0 w 2908179"/>
              <a:gd name="connsiteY4" fmla="*/ 486446 h 486446"/>
              <a:gd name="connsiteX0" fmla="*/ 0 w 787333"/>
              <a:gd name="connsiteY0" fmla="*/ 486446 h 486446"/>
              <a:gd name="connsiteX1" fmla="*/ 392592 w 787333"/>
              <a:gd name="connsiteY1" fmla="*/ 5695 h 486446"/>
              <a:gd name="connsiteX2" fmla="*/ 787333 w 787333"/>
              <a:gd name="connsiteY2" fmla="*/ 0 h 486446"/>
              <a:gd name="connsiteX3" fmla="*/ 480294 w 787333"/>
              <a:gd name="connsiteY3" fmla="*/ 479917 h 486446"/>
              <a:gd name="connsiteX4" fmla="*/ 0 w 787333"/>
              <a:gd name="connsiteY4" fmla="*/ 486446 h 486446"/>
              <a:gd name="connsiteX0" fmla="*/ 0 w 873456"/>
              <a:gd name="connsiteY0" fmla="*/ 480751 h 480751"/>
              <a:gd name="connsiteX1" fmla="*/ 392592 w 873456"/>
              <a:gd name="connsiteY1" fmla="*/ 0 h 480751"/>
              <a:gd name="connsiteX2" fmla="*/ 873456 w 873456"/>
              <a:gd name="connsiteY2" fmla="*/ 99 h 480751"/>
              <a:gd name="connsiteX3" fmla="*/ 480294 w 873456"/>
              <a:gd name="connsiteY3" fmla="*/ 474222 h 480751"/>
              <a:gd name="connsiteX4" fmla="*/ 0 w 873456"/>
              <a:gd name="connsiteY4" fmla="*/ 480751 h 48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456" h="480751">
                <a:moveTo>
                  <a:pt x="0" y="480751"/>
                </a:moveTo>
                <a:lnTo>
                  <a:pt x="392592" y="0"/>
                </a:lnTo>
                <a:lnTo>
                  <a:pt x="873456" y="99"/>
                </a:lnTo>
                <a:lnTo>
                  <a:pt x="480294" y="474222"/>
                </a:lnTo>
                <a:lnTo>
                  <a:pt x="0" y="4807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A839-0584-804A-B308-7793CAFB4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0881" y="645886"/>
            <a:ext cx="8676640" cy="6480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0E7A2A-60E9-8F44-96B5-608AFD999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0880" y="1675901"/>
            <a:ext cx="8675370" cy="595315"/>
          </a:xfrm>
        </p:spPr>
        <p:txBody>
          <a:bodyPr>
            <a:normAutofit/>
          </a:bodyPr>
          <a:lstStyle>
            <a:lvl1pPr algn="ctr">
              <a:defRPr sz="2400" b="1" i="0" spc="0">
                <a:solidFill>
                  <a:schemeClr val="accent3"/>
                </a:solidFill>
                <a:latin typeface="+mj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F93C21-2D3D-47A0-80E8-2B6B53478F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71416" y="1115555"/>
            <a:ext cx="1115568" cy="4114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098CB78-AC04-D042-99AD-C2F1E4750D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420" y="2827108"/>
            <a:ext cx="8671560" cy="417743"/>
          </a:xfrm>
        </p:spPr>
        <p:txBody>
          <a:bodyPr anchor="b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B59FE82-774C-BB4A-A05E-24C963164A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3244851"/>
            <a:ext cx="8674100" cy="1118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800" b="1" i="0" spc="0">
                <a:solidFill>
                  <a:schemeClr val="accent3"/>
                </a:solidFill>
                <a:latin typeface="+mn-lt"/>
              </a:defRPr>
            </a:lvl1pPr>
            <a:lvl2pPr marL="502920" indent="0">
              <a:buNone/>
              <a:defRPr/>
            </a:lvl2pPr>
            <a:lvl3pPr marL="1005840" indent="0">
              <a:buNone/>
              <a:defRPr/>
            </a:lvl3pPr>
            <a:lvl4pPr marL="1508760" indent="0">
              <a:buNone/>
              <a:defRPr/>
            </a:lvl4pPr>
            <a:lvl5pPr marL="201168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31E6A6E-1BA7-1F45-A08D-307AACEBEB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150" y="4376956"/>
            <a:ext cx="8672830" cy="52296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0" i="0" cap="all" spc="50" baseline="0">
                <a:solidFill>
                  <a:schemeClr val="accent3"/>
                </a:solidFill>
                <a:latin typeface="+mj-lt"/>
                <a:cs typeface="Gill Sans Light" panose="020B0302020104020203" pitchFamily="34" charset="-79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49D150-13BC-384D-BEE8-E9527DB60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34457" y="5979886"/>
            <a:ext cx="6589486" cy="0"/>
            <a:chOff x="1872342" y="5979886"/>
            <a:chExt cx="6589486" cy="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8158FB6-64E7-264E-BD07-114D31C971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72342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03DA16-86E8-5840-BA1E-44CC83BAF50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718628" y="5979886"/>
              <a:ext cx="27432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rapezoid 1">
            <a:extLst>
              <a:ext uri="{FF2B5EF4-FFF2-40B4-BE49-F238E27FC236}">
                <a16:creationId xmlns:a16="http://schemas.microsoft.com/office/drawing/2014/main" id="{90E97122-E24B-6F42-B409-9BF350C15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860617">
            <a:off x="-334655" y="120312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apezoid 1">
            <a:extLst>
              <a:ext uri="{FF2B5EF4-FFF2-40B4-BE49-F238E27FC236}">
                <a16:creationId xmlns:a16="http://schemas.microsoft.com/office/drawing/2014/main" id="{C937B274-8943-0D47-B204-C1FB3BFB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8060617">
            <a:off x="6973284" y="6138574"/>
            <a:ext cx="3410625" cy="490780"/>
          </a:xfrm>
          <a:custGeom>
            <a:avLst/>
            <a:gdLst>
              <a:gd name="connsiteX0" fmla="*/ 0 w 2908179"/>
              <a:gd name="connsiteY0" fmla="*/ 478649 h 478649"/>
              <a:gd name="connsiteX1" fmla="*/ 119662 w 2908179"/>
              <a:gd name="connsiteY1" fmla="*/ 0 h 478649"/>
              <a:gd name="connsiteX2" fmla="*/ 2788517 w 2908179"/>
              <a:gd name="connsiteY2" fmla="*/ 0 h 478649"/>
              <a:gd name="connsiteX3" fmla="*/ 2908179 w 2908179"/>
              <a:gd name="connsiteY3" fmla="*/ 478649 h 478649"/>
              <a:gd name="connsiteX4" fmla="*/ 0 w 2908179"/>
              <a:gd name="connsiteY4" fmla="*/ 478649 h 478649"/>
              <a:gd name="connsiteX0" fmla="*/ 0 w 2908179"/>
              <a:gd name="connsiteY0" fmla="*/ 482887 h 482887"/>
              <a:gd name="connsiteX1" fmla="*/ 119662 w 2908179"/>
              <a:gd name="connsiteY1" fmla="*/ 4238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2887 h 482887"/>
              <a:gd name="connsiteX1" fmla="*/ 392592 w 2908179"/>
              <a:gd name="connsiteY1" fmla="*/ 2136 h 482887"/>
              <a:gd name="connsiteX2" fmla="*/ 2349278 w 2908179"/>
              <a:gd name="connsiteY2" fmla="*/ 0 h 482887"/>
              <a:gd name="connsiteX3" fmla="*/ 2908179 w 2908179"/>
              <a:gd name="connsiteY3" fmla="*/ 482887 h 482887"/>
              <a:gd name="connsiteX4" fmla="*/ 0 w 2908179"/>
              <a:gd name="connsiteY4" fmla="*/ 482887 h 482887"/>
              <a:gd name="connsiteX0" fmla="*/ 0 w 2908179"/>
              <a:gd name="connsiteY0" fmla="*/ 480751 h 480751"/>
              <a:gd name="connsiteX1" fmla="*/ 392592 w 2908179"/>
              <a:gd name="connsiteY1" fmla="*/ 0 h 480751"/>
              <a:gd name="connsiteX2" fmla="*/ 2518314 w 2908179"/>
              <a:gd name="connsiteY2" fmla="*/ 234 h 480751"/>
              <a:gd name="connsiteX3" fmla="*/ 2908179 w 2908179"/>
              <a:gd name="connsiteY3" fmla="*/ 480751 h 480751"/>
              <a:gd name="connsiteX4" fmla="*/ 0 w 2908179"/>
              <a:gd name="connsiteY4" fmla="*/ 480751 h 480751"/>
              <a:gd name="connsiteX0" fmla="*/ 0 w 2786554"/>
              <a:gd name="connsiteY0" fmla="*/ 480751 h 484177"/>
              <a:gd name="connsiteX1" fmla="*/ 392592 w 2786554"/>
              <a:gd name="connsiteY1" fmla="*/ 0 h 484177"/>
              <a:gd name="connsiteX2" fmla="*/ 2518314 w 2786554"/>
              <a:gd name="connsiteY2" fmla="*/ 234 h 484177"/>
              <a:gd name="connsiteX3" fmla="*/ 2786554 w 2786554"/>
              <a:gd name="connsiteY3" fmla="*/ 484177 h 484177"/>
              <a:gd name="connsiteX4" fmla="*/ 0 w 2786554"/>
              <a:gd name="connsiteY4" fmla="*/ 480751 h 484177"/>
              <a:gd name="connsiteX0" fmla="*/ 0 w 2786554"/>
              <a:gd name="connsiteY0" fmla="*/ 487354 h 490780"/>
              <a:gd name="connsiteX1" fmla="*/ 392592 w 2786554"/>
              <a:gd name="connsiteY1" fmla="*/ 6603 h 490780"/>
              <a:gd name="connsiteX2" fmla="*/ 2396785 w 2786554"/>
              <a:gd name="connsiteY2" fmla="*/ 0 h 490780"/>
              <a:gd name="connsiteX3" fmla="*/ 2786554 w 2786554"/>
              <a:gd name="connsiteY3" fmla="*/ 490780 h 490780"/>
              <a:gd name="connsiteX4" fmla="*/ 0 w 2786554"/>
              <a:gd name="connsiteY4" fmla="*/ 487354 h 49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86554" h="490780">
                <a:moveTo>
                  <a:pt x="0" y="487354"/>
                </a:moveTo>
                <a:lnTo>
                  <a:pt x="392592" y="6603"/>
                </a:lnTo>
                <a:lnTo>
                  <a:pt x="2396785" y="0"/>
                </a:lnTo>
                <a:lnTo>
                  <a:pt x="2786554" y="490780"/>
                </a:lnTo>
                <a:lnTo>
                  <a:pt x="0" y="48735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55A94-CD46-C44F-8A53-8AA853BE1DF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CBA5E-A969-C44D-8E38-C70ED41C0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6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microsoft.com/office/2007/relationships/hdphoto" Target="../media/hdphoto1.wdp"/><Relationship Id="rId21" Type="http://schemas.microsoft.com/office/2007/relationships/hdphoto" Target="../media/hdphoto9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9.svg"/><Relationship Id="rId25" Type="http://schemas.microsoft.com/office/2007/relationships/hdphoto" Target="../media/hdphoto11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1.png"/><Relationship Id="rId29" Type="http://schemas.microsoft.com/office/2007/relationships/hdphoto" Target="../media/hdphoto1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3.png"/><Relationship Id="rId5" Type="http://schemas.microsoft.com/office/2007/relationships/hdphoto" Target="../media/hdphoto2.wdp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microsoft.com/office/2007/relationships/hdphoto" Target="../media/hdphoto8.wdp"/><Relationship Id="rId31" Type="http://schemas.microsoft.com/office/2007/relationships/hdphoto" Target="../media/hdphoto14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2.png"/><Relationship Id="rId27" Type="http://schemas.microsoft.com/office/2007/relationships/hdphoto" Target="../media/hdphoto12.wdp"/><Relationship Id="rId3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64CC-BAE8-25AE-13F9-0988AC5E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3F29DA9-F0F8-FA11-D690-16A8A035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9020" y="2154054"/>
            <a:ext cx="6614471" cy="3289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Certificate of Scholarship">
            <a:extLst>
              <a:ext uri="{FF2B5EF4-FFF2-40B4-BE49-F238E27FC236}">
                <a16:creationId xmlns:a16="http://schemas.microsoft.com/office/drawing/2014/main" id="{1D9E27EE-B213-F3DF-D41F-A99830F5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80" y="1675901"/>
            <a:ext cx="8675370" cy="595315"/>
          </a:xfrm>
        </p:spPr>
        <p:txBody>
          <a:bodyPr/>
          <a:lstStyle/>
          <a:p>
            <a:r>
              <a:rPr lang="en-US" dirty="0"/>
              <a:t>CERTIFICATE OF APPRECIATION</a:t>
            </a:r>
          </a:p>
        </p:txBody>
      </p:sp>
      <p:sp>
        <p:nvSpPr>
          <p:cNvPr id="5" name="This acknowledges that">
            <a:extLst>
              <a:ext uri="{FF2B5EF4-FFF2-40B4-BE49-F238E27FC236}">
                <a16:creationId xmlns:a16="http://schemas.microsoft.com/office/drawing/2014/main" id="{CC8592B3-483F-E038-548C-6426534DD6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475" y="2618554"/>
            <a:ext cx="8671560" cy="417743"/>
          </a:xfrm>
        </p:spPr>
        <p:txBody>
          <a:bodyPr/>
          <a:lstStyle/>
          <a:p>
            <a:r>
              <a:rPr lang="en-US" dirty="0"/>
              <a:t>THIS ACKNOWLEDGES THAT</a:t>
            </a:r>
          </a:p>
        </p:txBody>
      </p:sp>
      <p:sp>
        <p:nvSpPr>
          <p:cNvPr id="6" name="Christian Lacombe">
            <a:extLst>
              <a:ext uri="{FF2B5EF4-FFF2-40B4-BE49-F238E27FC236}">
                <a16:creationId xmlns:a16="http://schemas.microsoft.com/office/drawing/2014/main" id="{6E70BB91-745D-C29F-F02A-47F5AC4D4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2150" y="2991260"/>
            <a:ext cx="8674100" cy="1118504"/>
          </a:xfrm>
        </p:spPr>
        <p:txBody>
          <a:bodyPr>
            <a:normAutofit/>
          </a:bodyPr>
          <a:lstStyle/>
          <a:p>
            <a:r>
              <a:rPr lang="en-US" dirty="0"/>
              <a:t>Swapnil </a:t>
            </a:r>
            <a:r>
              <a:rPr lang="en-US" dirty="0" err="1"/>
              <a:t>Bandwal</a:t>
            </a:r>
            <a:endParaRPr lang="en-US" dirty="0"/>
          </a:p>
        </p:txBody>
      </p:sp>
      <p:sp>
        <p:nvSpPr>
          <p:cNvPr id="7" name="has been recognized for outstanding achievement">
            <a:extLst>
              <a:ext uri="{FF2B5EF4-FFF2-40B4-BE49-F238E27FC236}">
                <a16:creationId xmlns:a16="http://schemas.microsoft.com/office/drawing/2014/main" id="{F0434C4A-6359-EF3B-5440-EEE638C274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6077" y="4186867"/>
            <a:ext cx="8672830" cy="522968"/>
          </a:xfrm>
        </p:spPr>
        <p:txBody>
          <a:bodyPr>
            <a:noAutofit/>
          </a:bodyPr>
          <a:lstStyle/>
          <a:p>
            <a:r>
              <a:rPr lang="en-US" sz="1800" dirty="0"/>
              <a:t>for delivering an inspiring and insightful session at </a:t>
            </a:r>
            <a:r>
              <a:rPr lang="en-US" sz="1800" b="1" dirty="0"/>
              <a:t>Power Platform Classmates 2025 – Dubai</a:t>
            </a:r>
            <a:r>
              <a:rPr lang="en-US" sz="1800" dirty="0"/>
              <a:t>.</a:t>
            </a:r>
          </a:p>
        </p:txBody>
      </p:sp>
      <p:sp>
        <p:nvSpPr>
          <p:cNvPr id="8" name="Reed Flores, Teacher">
            <a:extLst>
              <a:ext uri="{FF2B5EF4-FFF2-40B4-BE49-F238E27FC236}">
                <a16:creationId xmlns:a16="http://schemas.microsoft.com/office/drawing/2014/main" id="{BAA23C78-EA1A-0266-35DA-66CEE921623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4909" y="5414139"/>
            <a:ext cx="3607384" cy="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Organizers, </a:t>
            </a:r>
          </a:p>
          <a:p>
            <a:pPr marL="0" indent="0">
              <a:buNone/>
            </a:pPr>
            <a:r>
              <a:rPr lang="en-US" sz="1200" b="1" dirty="0"/>
              <a:t>Power Platform Classmates,</a:t>
            </a:r>
          </a:p>
          <a:p>
            <a:pPr marL="0" indent="0">
              <a:buNone/>
            </a:pPr>
            <a:r>
              <a:rPr lang="en-US" sz="1200" b="1" dirty="0"/>
              <a:t>BITS Pilani, Dubai</a:t>
            </a:r>
          </a:p>
        </p:txBody>
      </p:sp>
      <p:sp>
        <p:nvSpPr>
          <p:cNvPr id="2" name="AutoShape 2" descr="Badge Yellow Circle for Award Badge">
            <a:extLst>
              <a:ext uri="{FF2B5EF4-FFF2-40B4-BE49-F238E27FC236}">
                <a16:creationId xmlns:a16="http://schemas.microsoft.com/office/drawing/2014/main" id="{22A2DE50-2B43-F436-7FD5-242E7F7CE4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76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242E1C-3578-2E93-55F9-D9D971538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19" l="9903" r="91600">
                        <a14:foregroundMark x1="45712" y1="78318" x2="46508" y2="76449"/>
                        <a14:foregroundMark x1="66490" y1="77664" x2="55349" y2="74206"/>
                        <a14:foregroundMark x1="55349" y1="74206" x2="66225" y2="70467"/>
                        <a14:foregroundMark x1="66225" y1="70467" x2="63660" y2="79252"/>
                        <a14:foregroundMark x1="74978" y1="65327" x2="72679" y2="65327"/>
                        <a14:foregroundMark x1="74801" y1="57664" x2="74801" y2="57664"/>
                        <a14:foregroundMark x1="74978" y1="57477" x2="74978" y2="57477"/>
                        <a14:foregroundMark x1="74978" y1="57477" x2="74978" y2="57477"/>
                        <a14:foregroundMark x1="70380" y1="63458" x2="70380" y2="63458"/>
                        <a14:foregroundMark x1="70380" y1="63458" x2="70380" y2="63458"/>
                        <a14:foregroundMark x1="69761" y1="61028" x2="69761" y2="61028"/>
                        <a14:foregroundMark x1="69761" y1="61028" x2="69408" y2="60093"/>
                        <a14:foregroundMark x1="69408" y1="59720" x2="69408" y2="59720"/>
                        <a14:foregroundMark x1="69408" y1="59720" x2="69408" y2="59720"/>
                        <a14:foregroundMark x1="73386" y1="63458" x2="73386" y2="63458"/>
                        <a14:foregroundMark x1="79576" y1="62804" x2="79576" y2="62804"/>
                        <a14:foregroundMark x1="76835" y1="62243" x2="76304" y2="62150"/>
                        <a14:foregroundMark x1="73475" y1="60935" x2="72944" y2="60374"/>
                        <a14:foregroundMark x1="72944" y1="60374" x2="72944" y2="60374"/>
                        <a14:foregroundMark x1="75685" y1="58318" x2="75685" y2="58318"/>
                        <a14:foregroundMark x1="75685" y1="58318" x2="75685" y2="58318"/>
                        <a14:foregroundMark x1="70203" y1="57477" x2="70203" y2="57477"/>
                        <a14:foregroundMark x1="70203" y1="57477" x2="70203" y2="57477"/>
                        <a14:foregroundMark x1="66225" y1="63458" x2="66225" y2="63458"/>
                        <a14:foregroundMark x1="70027" y1="61869" x2="69673" y2="61682"/>
                        <a14:foregroundMark x1="66667" y1="62617" x2="66667" y2="62617"/>
                        <a14:foregroundMark x1="66667" y1="62617" x2="66667" y2="62617"/>
                        <a14:foregroundMark x1="68966" y1="63458" x2="68966" y2="63458"/>
                        <a14:foregroundMark x1="68966" y1="63458" x2="68966" y2="63458"/>
                        <a14:foregroundMark x1="70203" y1="67944" x2="70292" y2="67477"/>
                        <a14:foregroundMark x1="66225" y1="90467" x2="66225" y2="90467"/>
                        <a14:foregroundMark x1="66225" y1="90374" x2="66225" y2="90374"/>
                        <a14:foregroundMark x1="63926" y1="87009" x2="63926" y2="87009"/>
                        <a14:foregroundMark x1="63926" y1="87009" x2="63926" y2="87009"/>
                        <a14:foregroundMark x1="67109" y1="94019" x2="66313" y2="93832"/>
                        <a14:foregroundMark x1="65164" y1="93271" x2="65164" y2="93271"/>
                        <a14:foregroundMark x1="65517" y1="92523" x2="65959" y2="92523"/>
                        <a14:foregroundMark x1="68877" y1="91308" x2="68877" y2="91308"/>
                        <a14:foregroundMark x1="69231" y1="91308" x2="69231" y2="91308"/>
                        <a14:foregroundMark x1="65694" y1="88411" x2="65694" y2="88411"/>
                        <a14:foregroundMark x1="65340" y1="86729" x2="65340" y2="86729"/>
                        <a14:foregroundMark x1="65340" y1="86729" x2="65340" y2="86729"/>
                        <a14:foregroundMark x1="65340" y1="86729" x2="65340" y2="86729"/>
                        <a14:foregroundMark x1="63749" y1="85607" x2="63749" y2="85607"/>
                        <a14:foregroundMark x1="63749" y1="85607" x2="63749" y2="85607"/>
                        <a14:foregroundMark x1="64368" y1="88411" x2="64368" y2="88411"/>
                        <a14:foregroundMark x1="69408" y1="87664" x2="69408" y2="87664"/>
                        <a14:foregroundMark x1="69408" y1="87664" x2="69408" y2="87664"/>
                        <a14:foregroundMark x1="67109" y1="87196" x2="67109" y2="87196"/>
                        <a14:foregroundMark x1="64810" y1="88411" x2="64810" y2="88411"/>
                        <a14:foregroundMark x1="64810" y1="88411" x2="64810" y2="88411"/>
                        <a14:foregroundMark x1="65429" y1="88598" x2="65429" y2="88598"/>
                        <a14:foregroundMark x1="65517" y1="88598" x2="65517" y2="87477"/>
                        <a14:foregroundMark x1="65340" y1="85981" x2="65340" y2="85981"/>
                        <a14:foregroundMark x1="65340" y1="85981" x2="65340" y2="85981"/>
                        <a14:foregroundMark x1="63926" y1="88972" x2="63926" y2="88972"/>
                        <a14:foregroundMark x1="63660" y1="88224" x2="63660" y2="88224"/>
                        <a14:foregroundMark x1="38108" y1="77103" x2="38108" y2="77103"/>
                        <a14:foregroundMark x1="38108" y1="77103" x2="38108" y2="77103"/>
                        <a14:foregroundMark x1="47126" y1="81028" x2="36782" y2="74766"/>
                        <a14:foregroundMark x1="36782" y1="74766" x2="46684" y2="79813"/>
                        <a14:foregroundMark x1="46684" y1="79813" x2="46508" y2="81308"/>
                        <a14:foregroundMark x1="75508" y1="48037" x2="68789" y2="38411"/>
                        <a14:foregroundMark x1="68789" y1="38411" x2="75685" y2="47570"/>
                        <a14:foregroundMark x1="75685" y1="47570" x2="75950" y2="48972"/>
                        <a14:foregroundMark x1="61362" y1="34393" x2="61362" y2="34393"/>
                        <a14:foregroundMark x1="62069" y1="34579" x2="61450" y2="34860"/>
                        <a14:foregroundMark x1="43855" y1="34953" x2="43236" y2="35234"/>
                        <a14:foregroundMark x1="62865" y1="37103" x2="58090" y2="26355"/>
                        <a14:foregroundMark x1="58090" y1="26355" x2="64456" y2="35607"/>
                        <a14:foregroundMark x1="64456" y1="35607" x2="63042" y2="37009"/>
                        <a14:foregroundMark x1="52608" y1="30467" x2="52608" y2="30467"/>
                        <a14:foregroundMark x1="52608" y1="30467" x2="52608" y2="30467"/>
                        <a14:foregroundMark x1="43059" y1="36542" x2="40760" y2="37757"/>
                        <a14:foregroundMark x1="37224" y1="32804" x2="37224" y2="32804"/>
                        <a14:foregroundMark x1="37224" y1="32804" x2="37224" y2="32804"/>
                        <a14:foregroundMark x1="37224" y1="32804" x2="37224" y2="32804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43678" y1="29252" x2="43678" y2="29252"/>
                        <a14:foregroundMark x1="39611" y1="37383" x2="47038" y2="26168"/>
                        <a14:foregroundMark x1="47038" y1="26168" x2="43324" y2="36168"/>
                        <a14:foregroundMark x1="41645" y1="26168" x2="41645" y2="26168"/>
                        <a14:foregroundMark x1="41645" y1="26168" x2="41645" y2="26168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47569" y1="25794" x2="47569" y2="25794"/>
                        <a14:foregroundMark x1="37577" y1="25234" x2="37577" y2="25234"/>
                        <a14:foregroundMark x1="37577" y1="25234" x2="37577" y2="25234"/>
                        <a14:foregroundMark x1="37577" y1="25234" x2="37577" y2="25234"/>
                        <a14:foregroundMark x1="34925" y1="47944" x2="31477" y2="48879"/>
                        <a14:foregroundMark x1="32361" y1="68598" x2="31742" y2="55514"/>
                        <a14:foregroundMark x1="31742" y1="55514" x2="32449" y2="67477"/>
                        <a14:foregroundMark x1="32449" y1="67477" x2="31565" y2="68505"/>
                        <a14:foregroundMark x1="26172" y1="57757" x2="26172" y2="57757"/>
                        <a14:foregroundMark x1="26172" y1="57757" x2="26172" y2="57757"/>
                        <a14:foregroundMark x1="26172" y1="57757" x2="26172" y2="57757"/>
                        <a14:foregroundMark x1="48187" y1="25607" x2="48187" y2="25607"/>
                        <a14:foregroundMark x1="48187" y1="25607" x2="48187" y2="25607"/>
                        <a14:foregroundMark x1="48187" y1="25607" x2="48187" y2="25607"/>
                        <a14:foregroundMark x1="35013" y1="30187" x2="35013" y2="30187"/>
                        <a14:foregroundMark x1="35013" y1="30187" x2="35013" y2="30187"/>
                        <a14:foregroundMark x1="35102" y1="30374" x2="35102" y2="30374"/>
                        <a14:foregroundMark x1="35102" y1="30374" x2="35544" y2="30374"/>
                        <a14:foregroundMark x1="37843" y1="22804" x2="37843" y2="22804"/>
                        <a14:foregroundMark x1="37843" y1="22804" x2="37843" y2="22804"/>
                        <a14:foregroundMark x1="37666" y1="17757" x2="37666" y2="17757"/>
                        <a14:foregroundMark x1="37666" y1="17757" x2="37666" y2="17757"/>
                        <a14:foregroundMark x1="37666" y1="17757" x2="37666" y2="17757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4660" y1="12523" x2="34660" y2="12523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33864" y1="17009" x2="33864" y2="17009"/>
                        <a14:foregroundMark x1="68081" y1="12804" x2="68081" y2="12804"/>
                        <a14:foregroundMark x1="68081" y1="12804" x2="68081" y2="12804"/>
                        <a14:foregroundMark x1="65959" y1="12897" x2="65959" y2="12897"/>
                        <a14:foregroundMark x1="65959" y1="12897" x2="65959" y2="12897"/>
                        <a14:foregroundMark x1="65959" y1="12897" x2="65959" y2="12897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64810" y1="18224" x2="64810" y2="18224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567" y1="37383" x2="89567" y2="37383"/>
                        <a14:foregroundMark x1="89832" y1="65888" x2="89832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567" y2="65888"/>
                        <a14:foregroundMark x1="89567" y1="65888" x2="89302" y2="68037"/>
                        <a14:foregroundMark x1="91600" y1="67757" x2="91600" y2="67757"/>
                        <a14:foregroundMark x1="91600" y1="67757" x2="91600" y2="67757"/>
                        <a14:foregroundMark x1="91600" y1="67757" x2="91600" y2="67757"/>
                        <a14:foregroundMark x1="80725" y1="62523" x2="80725" y2="62523"/>
                        <a14:foregroundMark x1="80725" y1="62523" x2="80725" y2="62523"/>
                        <a14:foregroundMark x1="80725" y1="62523" x2="80725" y2="62523"/>
                        <a14:foregroundMark x1="32361" y1="47477" x2="29885" y2="48037"/>
                        <a14:foregroundMark x1="10610" y1="36542" x2="10610" y2="36542"/>
                        <a14:foregroundMark x1="10610" y1="36542" x2="10610" y2="36542"/>
                        <a14:foregroundMark x1="10610" y1="36542" x2="10610" y2="36542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33068" y1="38318" x2="33068" y2="38318"/>
                        <a14:foregroundMark x1="48453" y1="30748" x2="48453" y2="30748"/>
                        <a14:foregroundMark x1="48453" y1="30748" x2="48453" y2="30748"/>
                        <a14:foregroundMark x1="48453" y1="30748" x2="48453" y2="30748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34748" y1="93271" x2="34748" y2="93271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1760" y1="71869" x2="11760" y2="71869"/>
                        <a14:foregroundMark x1="18391" y1="38879" x2="18391" y2="38879"/>
                        <a14:foregroundMark x1="18391" y1="38879" x2="18391" y2="39252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18391" y1="39439" x2="18391" y2="39439"/>
                        <a14:foregroundMark x1="64279" y1="26542" x2="64279" y2="26542"/>
                        <a14:foregroundMark x1="64279" y1="26542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64810" y1="26729" x2="64810" y2="26729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6835" y1="67757" x2="76835" y2="67757"/>
                        <a14:foregroundMark x1="75774" y1="70187" x2="75774" y2="70187"/>
                        <a14:foregroundMark x1="75774" y1="70187" x2="75774" y2="70187"/>
                        <a14:foregroundMark x1="75774" y1="70187" x2="75774" y2="70187"/>
                        <a14:foregroundMark x1="75774" y1="69159" x2="75774" y2="69159"/>
                        <a14:foregroundMark x1="75774" y1="69159" x2="75774" y2="69159"/>
                        <a14:foregroundMark x1="75774" y1="69159" x2="75774" y2="69159"/>
                        <a14:foregroundMark x1="78691" y1="65234" x2="78691" y2="65234"/>
                        <a14:foregroundMark x1="78691" y1="65234" x2="78691" y2="65234"/>
                        <a14:foregroundMark x1="44828" y1="23084" x2="44828" y2="23084"/>
                        <a14:foregroundMark x1="44828" y1="23084" x2="44828" y2="23084"/>
                        <a14:foregroundMark x1="44828" y1="23084" x2="44828" y2="23084"/>
                        <a14:foregroundMark x1="38373" y1="23645" x2="38373" y2="23645"/>
                        <a14:foregroundMark x1="38373" y1="23645" x2="38373" y2="23645"/>
                        <a14:foregroundMark x1="39788" y1="25327" x2="39788" y2="25327"/>
                        <a14:foregroundMark x1="39965" y1="23178" x2="39965" y2="23178"/>
                        <a14:foregroundMark x1="39965" y1="23178" x2="39965" y2="23178"/>
                        <a14:foregroundMark x1="36074" y1="18505" x2="36074" y2="18505"/>
                        <a14:foregroundMark x1="36074" y1="18505" x2="36074" y2="18505"/>
                        <a14:foregroundMark x1="36074" y1="18505" x2="36074" y2="18505"/>
                        <a14:foregroundMark x1="33864" y1="14299" x2="33864" y2="14299"/>
                        <a14:foregroundMark x1="33864" y1="14299" x2="33864" y2="14299"/>
                        <a14:foregroundMark x1="39611" y1="19720" x2="37577" y2="19252"/>
                        <a14:foregroundMark x1="64545" y1="19813" x2="63484" y2="20654"/>
                        <a14:foregroundMark x1="85853" y1="36449" x2="84881" y2="36729"/>
                        <a14:foregroundMark x1="85853" y1="41402" x2="86384" y2="40935"/>
                        <a14:foregroundMark x1="85500" y1="68598" x2="86030" y2="69439"/>
                        <a14:foregroundMark x1="85234" y1="70374" x2="84615" y2="69159"/>
                        <a14:foregroundMark x1="37312" y1="90374" x2="37224" y2="90093"/>
                        <a14:foregroundMark x1="37931" y1="88972" x2="38373" y2="88879"/>
                        <a14:foregroundMark x1="36074" y1="91028" x2="35897" y2="90374"/>
                        <a14:foregroundMark x1="33864" y1="88411" x2="36163" y2="89159"/>
                        <a14:foregroundMark x1="16092" y1="70467" x2="15208" y2="67664"/>
                        <a14:foregroundMark x1="15119" y1="70748" x2="15119" y2="70748"/>
                        <a14:foregroundMark x1="15119" y1="70748" x2="15119" y2="70748"/>
                        <a14:foregroundMark x1="17241" y1="70093" x2="17772" y2="68879"/>
                        <a14:foregroundMark x1="23607" y1="65607" x2="23607" y2="65607"/>
                        <a14:foregroundMark x1="23607" y1="65607" x2="23607" y2="65607"/>
                        <a14:foregroundMark x1="22370" y1="64673" x2="22370" y2="64673"/>
                        <a14:foregroundMark x1="18921" y1="40187" x2="15296" y2="38785"/>
                        <a14:backgroundMark x1="23165" y1="27570" x2="9991" y2="20280"/>
                        <a14:backgroundMark x1="9991" y1="20280" x2="5128" y2="7757"/>
                        <a14:backgroundMark x1="5128" y1="7757" x2="24050" y2="14860"/>
                        <a14:backgroundMark x1="24050" y1="14860" x2="22989" y2="27290"/>
                        <a14:backgroundMark x1="22989" y1="27290" x2="22193" y2="26822"/>
                        <a14:backgroundMark x1="27233" y1="28037" x2="10698" y2="21869"/>
                        <a14:backgroundMark x1="10698" y1="21869" x2="5217" y2="9346"/>
                        <a14:backgroundMark x1="5217" y1="9346" x2="17683" y2="9533"/>
                        <a14:backgroundMark x1="17683" y1="9533" x2="24492" y2="24766"/>
                        <a14:backgroundMark x1="24492" y1="24766" x2="26967" y2="275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33153" y="612169"/>
            <a:ext cx="1136107" cy="1074833"/>
          </a:xfrm>
          <a:prstGeom prst="rect">
            <a:avLst/>
          </a:prstGeom>
        </p:spPr>
      </p:pic>
      <p:sp>
        <p:nvSpPr>
          <p:cNvPr id="22" name="Reed Flores, Teacher">
            <a:extLst>
              <a:ext uri="{FF2B5EF4-FFF2-40B4-BE49-F238E27FC236}">
                <a16:creationId xmlns:a16="http://schemas.microsoft.com/office/drawing/2014/main" id="{05BAE4FB-D1A1-1029-B4BC-D9A6282CC4D0}"/>
              </a:ext>
            </a:extLst>
          </p:cNvPr>
          <p:cNvSpPr txBox="1">
            <a:spLocks/>
          </p:cNvSpPr>
          <p:nvPr/>
        </p:nvSpPr>
        <p:spPr>
          <a:xfrm>
            <a:off x="6106326" y="5680739"/>
            <a:ext cx="1798017" cy="256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b="1" dirty="0"/>
              <a:t>04 Oct,  2025</a:t>
            </a:r>
          </a:p>
        </p:txBody>
      </p:sp>
      <p:pic>
        <p:nvPicPr>
          <p:cNvPr id="28" name="Picture 6" descr="Image result for Power apps logo">
            <a:extLst>
              <a:ext uri="{FF2B5EF4-FFF2-40B4-BE49-F238E27FC236}">
                <a16:creationId xmlns:a16="http://schemas.microsoft.com/office/drawing/2014/main" id="{CAE6B320-F3E3-39CB-3BAF-BCE990145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388" y="6599707"/>
            <a:ext cx="742563" cy="53987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Image result for Power BI logo">
            <a:extLst>
              <a:ext uri="{FF2B5EF4-FFF2-40B4-BE49-F238E27FC236}">
                <a16:creationId xmlns:a16="http://schemas.microsoft.com/office/drawing/2014/main" id="{E4EB9C7F-914F-3E77-6F2D-DF19ACD8F0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5171" r="846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4" r="6644"/>
          <a:stretch/>
        </p:blipFill>
        <p:spPr bwMode="auto">
          <a:xfrm>
            <a:off x="3173919" y="6578581"/>
            <a:ext cx="477718" cy="50688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Image result for power virtual agents logo">
            <a:extLst>
              <a:ext uri="{FF2B5EF4-FFF2-40B4-BE49-F238E27FC236}">
                <a16:creationId xmlns:a16="http://schemas.microsoft.com/office/drawing/2014/main" id="{CE873786-F176-FBCD-F5E3-78AF8BCB5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339" y="6533737"/>
            <a:ext cx="626538" cy="707972"/>
          </a:xfrm>
          <a:prstGeom prst="ellipse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ower BI Desktop Connecting to Dataverse - Hat Full of Data">
            <a:extLst>
              <a:ext uri="{FF2B5EF4-FFF2-40B4-BE49-F238E27FC236}">
                <a16:creationId xmlns:a16="http://schemas.microsoft.com/office/drawing/2014/main" id="{FBC54EC7-26DE-22D1-8135-F17D0505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778" b="89778" l="2667" r="95556">
                        <a14:foregroundMark x1="90222" y1="48444" x2="90222" y2="48444"/>
                        <a14:foregroundMark x1="95556" y1="48444" x2="95556" y2="48444"/>
                        <a14:foregroundMark x1="6222" y1="59556" x2="6222" y2="59556"/>
                        <a14:foregroundMark x1="2667" y1="54667" x2="2667" y2="5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77" y="6583652"/>
            <a:ext cx="568427" cy="5126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B6E14A9-2BA8-0638-71CA-2090F95D637F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864" t="9069" r="21546" b="8853"/>
          <a:stretch/>
        </p:blipFill>
        <p:spPr>
          <a:xfrm>
            <a:off x="2763760" y="6702921"/>
            <a:ext cx="412375" cy="34906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16DDD99D-3732-CDCB-EF79-B8B63572A4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62825" y="6644992"/>
            <a:ext cx="459445" cy="459445"/>
          </a:xfrm>
          <a:prstGeom prst="rect">
            <a:avLst/>
          </a:prstGeom>
        </p:spPr>
      </p:pic>
      <p:pic>
        <p:nvPicPr>
          <p:cNvPr id="35" name="Picture 16" descr="Icon for Dynamics 365 Customer Service">
            <a:extLst>
              <a:ext uri="{FF2B5EF4-FFF2-40B4-BE49-F238E27FC236}">
                <a16:creationId xmlns:a16="http://schemas.microsoft.com/office/drawing/2014/main" id="{A4897601-392E-7D5C-C500-2836D01C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158" y="6589020"/>
            <a:ext cx="699650" cy="54449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8" descr="Icon for Dynamics 365 Field Service">
            <a:extLst>
              <a:ext uri="{FF2B5EF4-FFF2-40B4-BE49-F238E27FC236}">
                <a16:creationId xmlns:a16="http://schemas.microsoft.com/office/drawing/2014/main" id="{39090914-49DA-447D-1CCA-30B5EE503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999" y="6515329"/>
            <a:ext cx="658788" cy="67039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12" descr="Icon for Dynamics 365 Sales">
            <a:extLst>
              <a:ext uri="{FF2B5EF4-FFF2-40B4-BE49-F238E27FC236}">
                <a16:creationId xmlns:a16="http://schemas.microsoft.com/office/drawing/2014/main" id="{93BE7B46-1351-50D6-DBE6-2DE0A9702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501" y="6509382"/>
            <a:ext cx="673425" cy="650849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Icon for Dynamics 365 Marketing">
            <a:extLst>
              <a:ext uri="{FF2B5EF4-FFF2-40B4-BE49-F238E27FC236}">
                <a16:creationId xmlns:a16="http://schemas.microsoft.com/office/drawing/2014/main" id="{DA37F1E5-C0E8-A29B-71F5-2EFDDAF76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07" y="6512471"/>
            <a:ext cx="658788" cy="66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4" descr="Row(Record) Level Privileges in Dynamics 365/Power Platform – Ashish  Vishwakarma">
            <a:extLst>
              <a:ext uri="{FF2B5EF4-FFF2-40B4-BE49-F238E27FC236}">
                <a16:creationId xmlns:a16="http://schemas.microsoft.com/office/drawing/2014/main" id="{A3D2C4D8-62DD-4F6D-32A0-42350F328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5199" y="6549547"/>
            <a:ext cx="792966" cy="610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Power Pages - The ultimate user guide">
            <a:extLst>
              <a:ext uri="{FF2B5EF4-FFF2-40B4-BE49-F238E27FC236}">
                <a16:creationId xmlns:a16="http://schemas.microsoft.com/office/drawing/2014/main" id="{FC8097C4-8A20-39CE-66AD-C73A70BFB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ackgroundRemoval t="889" b="98667" l="889" r="96000">
                        <a14:foregroundMark x1="11111" y1="35111" x2="13333" y2="44000"/>
                        <a14:foregroundMark x1="8889" y1="32889" x2="14222" y2="45778"/>
                        <a14:foregroundMark x1="38667" y1="12000" x2="59556" y2="10222"/>
                        <a14:foregroundMark x1="43556" y1="8889" x2="56889" y2="6222"/>
                        <a14:foregroundMark x1="51111" y1="889" x2="54667" y2="4000"/>
                        <a14:foregroundMark x1="6667" y1="33778" x2="8000" y2="43556"/>
                        <a14:foregroundMark x1="4000" y1="36444" x2="5333" y2="41778"/>
                        <a14:foregroundMark x1="1333" y1="38222" x2="1333" y2="43111"/>
                        <a14:foregroundMark x1="88000" y1="56889" x2="82667" y2="69778"/>
                        <a14:foregroundMark x1="41778" y1="85333" x2="40444" y2="88444"/>
                        <a14:foregroundMark x1="40444" y1="88889" x2="40444" y2="88889"/>
                        <a14:foregroundMark x1="49778" y1="94667" x2="49778" y2="94667"/>
                        <a14:foregroundMark x1="49778" y1="94667" x2="49778" y2="94667"/>
                        <a14:foregroundMark x1="96444" y1="65778" x2="96444" y2="65778"/>
                        <a14:foregroundMark x1="96444" y1="65778" x2="96444" y2="65778"/>
                        <a14:foregroundMark x1="51111" y1="98667" x2="51111" y2="98667"/>
                        <a14:foregroundMark x1="51111" y1="98667" x2="51111" y2="98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0" y="6597253"/>
            <a:ext cx="469374" cy="469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Azure has a new logo, but where do you download it? Here!">
            <a:extLst>
              <a:ext uri="{FF2B5EF4-FFF2-40B4-BE49-F238E27FC236}">
                <a16:creationId xmlns:a16="http://schemas.microsoft.com/office/drawing/2014/main" id="{5021A008-D8FD-24C2-CAB9-54C18E61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8889" b="89778" l="4889" r="92000">
                        <a14:foregroundMark x1="92444" y1="88889" x2="92444" y2="88889"/>
                        <a14:foregroundMark x1="8889" y1="88000" x2="8889" y2="88000"/>
                        <a14:foregroundMark x1="5333" y1="88889" x2="5333" y2="88889"/>
                        <a14:foregroundMark x1="40000" y1="8889" x2="40000" y2="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427" y="6644641"/>
            <a:ext cx="523814" cy="40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5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85185E-6 L 0.83933 -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6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ertificate of Scholarship">
      <a:dk1>
        <a:srgbClr val="000000"/>
      </a:dk1>
      <a:lt1>
        <a:srgbClr val="FFFFFF"/>
      </a:lt1>
      <a:dk2>
        <a:srgbClr val="696464"/>
      </a:dk2>
      <a:lt2>
        <a:srgbClr val="C3B8B4"/>
      </a:lt2>
      <a:accent1>
        <a:srgbClr val="E55956"/>
      </a:accent1>
      <a:accent2>
        <a:srgbClr val="B14647"/>
      </a:accent2>
      <a:accent3>
        <a:srgbClr val="3E3432"/>
      </a:accent3>
      <a:accent4>
        <a:srgbClr val="FB625F"/>
      </a:accent4>
      <a:accent5>
        <a:srgbClr val="168485"/>
      </a:accent5>
      <a:accent6>
        <a:srgbClr val="006588"/>
      </a:accent6>
      <a:hlink>
        <a:srgbClr val="CC9900"/>
      </a:hlink>
      <a:folHlink>
        <a:srgbClr val="96A9A9"/>
      </a:folHlink>
    </a:clrScheme>
    <a:fontScheme name="Custom 6">
      <a:majorFont>
        <a:latin typeface="Gill Sans MT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rtificate of Scholarship_TM02895265_WAC_AP_SL_v3" id="{54493849-C588-4B9D-938D-6267E2ACE5CA}" vid="{4AA5DDD9-B27D-4224-BC66-65B2F71520C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7a416adda3cf0f491a4f548a2367a54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ef98d826045059a9b3c156985e150db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E7E590-2B19-426F-B030-B3BE65C3E73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296F365-A8FB-4771-B5A5-049B27B980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48541D-4E0C-47F7-8FE9-80A7836D9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Certificate of scholarship</Template>
  <TotalTime>277</TotalTime>
  <Words>37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Georgia</vt:lpstr>
      <vt:lpstr>Gill Sans MT</vt:lpstr>
      <vt:lpstr>Office Theme</vt:lpstr>
      <vt:lpstr>CERTIFICATE OF APPRECIATION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OF APPRECIATION</dc:title>
  <dc:creator>Goloknath Mishra</dc:creator>
  <cp:lastModifiedBy>Pavan Mani Deep Yaragani</cp:lastModifiedBy>
  <cp:revision>10</cp:revision>
  <dcterms:created xsi:type="dcterms:W3CDTF">2022-07-17T12:14:29Z</dcterms:created>
  <dcterms:modified xsi:type="dcterms:W3CDTF">2025-10-03T18:53:32Z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