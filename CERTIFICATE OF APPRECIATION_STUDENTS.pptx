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4B4B"/>
    <a:srgbClr val="CC9900"/>
    <a:srgbClr val="443937"/>
    <a:srgbClr val="FC625F"/>
    <a:srgbClr val="C6B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48"/>
  </p:normalViewPr>
  <p:slideViewPr>
    <p:cSldViewPr snapToGrid="0" snapToObjects="1">
      <p:cViewPr varScale="1">
        <p:scale>
          <a:sx n="56" d="100"/>
          <a:sy n="56" d="100"/>
        </p:scale>
        <p:origin x="13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6A0A70-F39C-E14E-A9AD-78E4291BB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apezoid 1">
            <a:extLst>
              <a:ext uri="{FF2B5EF4-FFF2-40B4-BE49-F238E27FC236}">
                <a16:creationId xmlns:a16="http://schemas.microsoft.com/office/drawing/2014/main" id="{29EF1FD9-DDB0-4145-AD70-E8D911F73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9383" flipV="1">
            <a:off x="26874" y="246384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rapezoid 1">
            <a:extLst>
              <a:ext uri="{FF2B5EF4-FFF2-40B4-BE49-F238E27FC236}">
                <a16:creationId xmlns:a16="http://schemas.microsoft.com/office/drawing/2014/main" id="{A6F5D03F-41CE-EF46-88DA-86416703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147602" y="40105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rapezoid 1">
            <a:extLst>
              <a:ext uri="{FF2B5EF4-FFF2-40B4-BE49-F238E27FC236}">
                <a16:creationId xmlns:a16="http://schemas.microsoft.com/office/drawing/2014/main" id="{CDF4494C-44FC-3B4E-8C25-D08C5047E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39383" flipV="1">
            <a:off x="8953306" y="488788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rapezoid 1">
            <a:extLst>
              <a:ext uri="{FF2B5EF4-FFF2-40B4-BE49-F238E27FC236}">
                <a16:creationId xmlns:a16="http://schemas.microsoft.com/office/drawing/2014/main" id="{E1C15BFB-DB6D-314F-8C3A-45AF19AE1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832578" y="695067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A839-0584-804A-B308-7793CAFB4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0881" y="645886"/>
            <a:ext cx="8676640" cy="6480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0E7A2A-60E9-8F44-96B5-608AFD999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80" y="1675901"/>
            <a:ext cx="8675370" cy="595315"/>
          </a:xfrm>
        </p:spPr>
        <p:txBody>
          <a:bodyPr>
            <a:normAutofit/>
          </a:bodyPr>
          <a:lstStyle>
            <a:lvl1pPr algn="ctr">
              <a:defRPr sz="2400" b="1" i="0" spc="0">
                <a:solidFill>
                  <a:schemeClr val="accent3"/>
                </a:solidFill>
                <a:latin typeface="+mj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F93C21-2D3D-47A0-80E8-2B6B53478F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71416" y="1115555"/>
            <a:ext cx="1115568" cy="4114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98CB78-AC04-D042-99AD-C2F1E4750D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420" y="2827108"/>
            <a:ext cx="8671560" cy="417743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59FE82-774C-BB4A-A05E-24C963164A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3244851"/>
            <a:ext cx="8674100" cy="1118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 i="0" spc="0">
                <a:solidFill>
                  <a:schemeClr val="accent3"/>
                </a:solidFill>
                <a:latin typeface="+mn-lt"/>
              </a:defRPr>
            </a:lvl1pPr>
            <a:lvl2pPr marL="502920" indent="0">
              <a:buNone/>
              <a:defRPr/>
            </a:lvl2pPr>
            <a:lvl3pPr marL="1005840" indent="0">
              <a:buNone/>
              <a:defRPr/>
            </a:lvl3pPr>
            <a:lvl4pPr marL="1508760" indent="0">
              <a:buNone/>
              <a:defRPr/>
            </a:lvl4pPr>
            <a:lvl5pPr marL="20116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31E6A6E-1BA7-1F45-A08D-307AACEBE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150" y="4376956"/>
            <a:ext cx="8672830" cy="52296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49D150-13BC-384D-BEE8-E9527DB60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34457" y="5979886"/>
            <a:ext cx="6589486" cy="0"/>
            <a:chOff x="1872342" y="5979886"/>
            <a:chExt cx="6589486" cy="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158FB6-64E7-264E-BD07-114D31C971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2342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03DA16-86E8-5840-BA1E-44CC83BAF5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18628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rapezoid 1">
            <a:extLst>
              <a:ext uri="{FF2B5EF4-FFF2-40B4-BE49-F238E27FC236}">
                <a16:creationId xmlns:a16="http://schemas.microsoft.com/office/drawing/2014/main" id="{90E97122-E24B-6F42-B409-9BF350C15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860617">
            <a:off x="-334655" y="120312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apezoid 1">
            <a:extLst>
              <a:ext uri="{FF2B5EF4-FFF2-40B4-BE49-F238E27FC236}">
                <a16:creationId xmlns:a16="http://schemas.microsoft.com/office/drawing/2014/main" id="{C937B274-8943-0D47-B204-C1FB3BFB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060617">
            <a:off x="6973284" y="613857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55A94-CD46-C44F-8A53-8AA853BE1DF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CBA5E-A969-C44D-8E38-C70ED41C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6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9D6CFE1-98BF-9C1B-DECA-BB4B717E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5860" y="2239266"/>
            <a:ext cx="7818119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6CE66C72-8BEE-B947-88BE-D6AE32BB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9E9660E2-F05F-4D4C-9E31-E8A668CA1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5819" y="2321811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7E42DC84-5D9D-BB48-BDD8-C8418027C2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3025" y="3071200"/>
            <a:ext cx="8674100" cy="934872"/>
          </a:xfrm>
        </p:spPr>
        <p:txBody>
          <a:bodyPr>
            <a:normAutofit/>
          </a:bodyPr>
          <a:lstStyle/>
          <a:p>
            <a:r>
              <a:rPr lang="en-US" dirty="0"/>
              <a:t>Harshit Gupta </a:t>
            </a:r>
          </a:p>
          <a:p>
            <a:endParaRPr lang="en-US" dirty="0"/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D2D66D3E-B6D3-874A-823E-0D8BC277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9140" y="4130883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their valuable participation in the </a:t>
            </a:r>
            <a:r>
              <a:rPr lang="en-US" sz="1800" b="1" dirty="0"/>
              <a:t>Power Platform Workshops </a:t>
            </a:r>
            <a:r>
              <a:rPr lang="en-US" sz="1800" dirty="0"/>
              <a:t>conducted By </a:t>
            </a:r>
            <a:r>
              <a:rPr lang="en-US" sz="1800" b="1" dirty="0"/>
              <a:t>Power Platform Classmates.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We appreciate your commitment to learning on Microsoft technologies.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6886D0F9-E1DE-6548-8686-07462DB4189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 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342F57E4-5A65-B026-D52D-7C8CC52C9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78797B-A505-6935-6A66-A7B2D12C4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0570" y="741029"/>
            <a:ext cx="1440180" cy="977687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9267DE3A-ED96-425A-923C-E2232E299324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8C474365-AE7F-EBD0-4834-15F89B5FE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F57064C6-64F3-675F-7617-5FDFE1D865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A85F1F13-9B57-A381-F839-9DEE6D83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25F153B3-39B3-936C-F13B-1D444F18C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530D55-80D4-37D3-145C-4EB011E1608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520269D-8B37-0456-DCD9-1F8BEE2A3B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36073C14-8E7B-F66F-D2DB-1125B1993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81609299-9C7B-BEEB-C58E-C792CFFEC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005B1BE6-DB5D-8C69-1CBE-0AFD5A0FF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7DB05181-35BF-DB86-CAE7-9FB7A3671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DB1B9C54-E211-535C-87C5-B084A52AA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51196349-4DAB-D61B-EDCE-866F4F1FE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6837B55F-B6B5-F9EA-6839-8EE807FF8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09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ertificate of Scholarship">
      <a:dk1>
        <a:srgbClr val="000000"/>
      </a:dk1>
      <a:lt1>
        <a:srgbClr val="FFFFFF"/>
      </a:lt1>
      <a:dk2>
        <a:srgbClr val="696464"/>
      </a:dk2>
      <a:lt2>
        <a:srgbClr val="C3B8B4"/>
      </a:lt2>
      <a:accent1>
        <a:srgbClr val="E55956"/>
      </a:accent1>
      <a:accent2>
        <a:srgbClr val="B14647"/>
      </a:accent2>
      <a:accent3>
        <a:srgbClr val="3E3432"/>
      </a:accent3>
      <a:accent4>
        <a:srgbClr val="FB625F"/>
      </a:accent4>
      <a:accent5>
        <a:srgbClr val="168485"/>
      </a:accent5>
      <a:accent6>
        <a:srgbClr val="006588"/>
      </a:accent6>
      <a:hlink>
        <a:srgbClr val="CC9900"/>
      </a:hlink>
      <a:folHlink>
        <a:srgbClr val="96A9A9"/>
      </a:folHlink>
    </a:clrScheme>
    <a:fontScheme name="Custom 6">
      <a:majorFont>
        <a:latin typeface="Gill Sans MT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rtificate of Scholarship_TM02895265_WAC_AP_SL_v3" id="{54493849-C588-4B9D-938D-6267E2ACE5CA}" vid="{4AA5DDD9-B27D-4224-BC66-65B2F71520C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7a416adda3cf0f491a4f548a2367a54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ef98d826045059a9b3c156985e150d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E7E590-2B19-426F-B030-B3BE65C3E73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D48541D-4E0C-47F7-8FE9-80A7836D9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96F365-A8FB-4771-B5A5-049B27B980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Certificate of scholarship</Template>
  <TotalTime>155</TotalTime>
  <Words>46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Georgia</vt:lpstr>
      <vt:lpstr>Gill Sans MT</vt:lpstr>
      <vt:lpstr>Office Theme</vt:lpstr>
      <vt:lpstr>CERTIFICATE OF APPRECIATION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OF APPRECIATION</dc:title>
  <dc:creator>Goloknath Mishra</dc:creator>
  <cp:lastModifiedBy>Pavan Mani Deep Yaragani</cp:lastModifiedBy>
  <cp:revision>11</cp:revision>
  <dcterms:created xsi:type="dcterms:W3CDTF">2022-07-17T12:14:29Z</dcterms:created>
  <dcterms:modified xsi:type="dcterms:W3CDTF">2025-10-10T09:47:41Z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