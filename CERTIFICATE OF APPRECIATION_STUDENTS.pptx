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56" r:id="rId5"/>
  </p:sldIdLst>
  <p:sldSz cx="10058400" cy="7772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4B4B"/>
    <a:srgbClr val="CC9900"/>
    <a:srgbClr val="443937"/>
    <a:srgbClr val="FC625F"/>
    <a:srgbClr val="C6BAB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6" autoAdjust="0"/>
    <p:restoredTop sz="94648"/>
  </p:normalViewPr>
  <p:slideViewPr>
    <p:cSldViewPr snapToGrid="0" snapToObjects="1">
      <p:cViewPr varScale="1">
        <p:scale>
          <a:sx n="56" d="100"/>
          <a:sy n="56" d="100"/>
        </p:scale>
        <p:origin x="136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viewProps" Target="view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presProps" Target="presProps.xml"/><Relationship Id="rId5" Type="http://schemas.openxmlformats.org/officeDocument/2006/relationships/slide" Target="slides/slide1.xml"/><Relationship Id="rId4" Type="http://schemas.openxmlformats.org/officeDocument/2006/relationships/slideMaster" Target="slideMasters/slideMaster1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B86A0A70-F39C-E14E-A9AD-78E4291BBA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058400" cy="7772400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rapezoid 1">
            <a:extLst>
              <a:ext uri="{FF2B5EF4-FFF2-40B4-BE49-F238E27FC236}">
                <a16:creationId xmlns:a16="http://schemas.microsoft.com/office/drawing/2014/main" id="{29EF1FD9-DDB0-4145-AD70-E8D911F733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2739383" flipV="1">
            <a:off x="26874" y="2463843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Trapezoid 1">
            <a:extLst>
              <a:ext uri="{FF2B5EF4-FFF2-40B4-BE49-F238E27FC236}">
                <a16:creationId xmlns:a16="http://schemas.microsoft.com/office/drawing/2014/main" id="{A6F5D03F-41CE-EF46-88DA-86416703F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2147602" y="401054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0" name="Trapezoid 1">
            <a:extLst>
              <a:ext uri="{FF2B5EF4-FFF2-40B4-BE49-F238E27FC236}">
                <a16:creationId xmlns:a16="http://schemas.microsoft.com/office/drawing/2014/main" id="{CDF4494C-44FC-3B4E-8C25-D08C5047E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3539383" flipV="1">
            <a:off x="8953306" y="4887884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rapezoid 1">
            <a:extLst>
              <a:ext uri="{FF2B5EF4-FFF2-40B4-BE49-F238E27FC236}">
                <a16:creationId xmlns:a16="http://schemas.microsoft.com/office/drawing/2014/main" id="{E1C15BFB-DB6D-314F-8C3A-45AF19AE1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6832578" y="6950673"/>
            <a:ext cx="1069074" cy="480751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908179"/>
              <a:gd name="connsiteY0" fmla="*/ 486446 h 486446"/>
              <a:gd name="connsiteX1" fmla="*/ 392592 w 2908179"/>
              <a:gd name="connsiteY1" fmla="*/ 5695 h 486446"/>
              <a:gd name="connsiteX2" fmla="*/ 787333 w 2908179"/>
              <a:gd name="connsiteY2" fmla="*/ 0 h 486446"/>
              <a:gd name="connsiteX3" fmla="*/ 2908179 w 2908179"/>
              <a:gd name="connsiteY3" fmla="*/ 486446 h 486446"/>
              <a:gd name="connsiteX4" fmla="*/ 0 w 2908179"/>
              <a:gd name="connsiteY4" fmla="*/ 486446 h 486446"/>
              <a:gd name="connsiteX0" fmla="*/ 0 w 787333"/>
              <a:gd name="connsiteY0" fmla="*/ 486446 h 486446"/>
              <a:gd name="connsiteX1" fmla="*/ 392592 w 787333"/>
              <a:gd name="connsiteY1" fmla="*/ 5695 h 486446"/>
              <a:gd name="connsiteX2" fmla="*/ 787333 w 787333"/>
              <a:gd name="connsiteY2" fmla="*/ 0 h 486446"/>
              <a:gd name="connsiteX3" fmla="*/ 480294 w 787333"/>
              <a:gd name="connsiteY3" fmla="*/ 479917 h 486446"/>
              <a:gd name="connsiteX4" fmla="*/ 0 w 787333"/>
              <a:gd name="connsiteY4" fmla="*/ 486446 h 486446"/>
              <a:gd name="connsiteX0" fmla="*/ 0 w 873456"/>
              <a:gd name="connsiteY0" fmla="*/ 480751 h 480751"/>
              <a:gd name="connsiteX1" fmla="*/ 392592 w 873456"/>
              <a:gd name="connsiteY1" fmla="*/ 0 h 480751"/>
              <a:gd name="connsiteX2" fmla="*/ 873456 w 873456"/>
              <a:gd name="connsiteY2" fmla="*/ 99 h 480751"/>
              <a:gd name="connsiteX3" fmla="*/ 480294 w 873456"/>
              <a:gd name="connsiteY3" fmla="*/ 474222 h 480751"/>
              <a:gd name="connsiteX4" fmla="*/ 0 w 873456"/>
              <a:gd name="connsiteY4" fmla="*/ 480751 h 48075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73456" h="480751">
                <a:moveTo>
                  <a:pt x="0" y="480751"/>
                </a:moveTo>
                <a:lnTo>
                  <a:pt x="392592" y="0"/>
                </a:lnTo>
                <a:lnTo>
                  <a:pt x="873456" y="99"/>
                </a:lnTo>
                <a:lnTo>
                  <a:pt x="480294" y="474222"/>
                </a:lnTo>
                <a:lnTo>
                  <a:pt x="0" y="48075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B96A839-0584-804A-B308-7793CAFB46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90881" y="645886"/>
            <a:ext cx="8676640" cy="648062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060E7A2A-60E9-8F44-96B5-608AFD9997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90880" y="1675901"/>
            <a:ext cx="8675370" cy="595315"/>
          </a:xfrm>
        </p:spPr>
        <p:txBody>
          <a:bodyPr>
            <a:normAutofit/>
          </a:bodyPr>
          <a:lstStyle>
            <a:lvl1pPr algn="ctr">
              <a:defRPr sz="2400" b="1" i="0" spc="0">
                <a:solidFill>
                  <a:schemeClr val="accent3"/>
                </a:solidFill>
                <a:latin typeface="+mj-lt"/>
                <a:cs typeface="Gill Sans SemiBold" panose="020B0502020104020203" pitchFamily="34" charset="-79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7F93C21-2D3D-47A0-80E8-2B6B53478F7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471416" y="1115555"/>
            <a:ext cx="1115568" cy="411480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>
                <a:solidFill>
                  <a:schemeClr val="accent3"/>
                </a:solidFill>
                <a:latin typeface="+mj-lt"/>
              </a:defRPr>
            </a:lvl1pPr>
          </a:lstStyle>
          <a:p>
            <a:r>
              <a:rPr lang="en-US" dirty="0"/>
              <a:t>Click to add picture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6098CB78-AC04-D042-99AD-C2F1E4750D17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420" y="2827108"/>
            <a:ext cx="8671560" cy="417743"/>
          </a:xfrm>
        </p:spPr>
        <p:txBody>
          <a:bodyPr anchor="b">
            <a:normAutofit/>
          </a:bodyPr>
          <a:lstStyle>
            <a:lvl1pPr marL="0" indent="0" algn="ctr">
              <a:buNone/>
              <a:defRPr sz="1600" b="0" i="0" cap="all" spc="50" baseline="0">
                <a:solidFill>
                  <a:schemeClr val="accent3"/>
                </a:solidFill>
                <a:latin typeface="+mj-lt"/>
                <a:cs typeface="Gill Sans Light" panose="020B0302020104020203" pitchFamily="34" charset="-79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6B59FE82-774C-BB4A-A05E-24C963164AE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92150" y="3244851"/>
            <a:ext cx="8674100" cy="1118504"/>
          </a:xfrm>
        </p:spPr>
        <p:txBody>
          <a:bodyPr anchor="ctr">
            <a:normAutofit/>
          </a:bodyPr>
          <a:lstStyle>
            <a:lvl1pPr marL="0" indent="0" algn="ctr">
              <a:buNone/>
              <a:defRPr sz="4800" b="1" i="0" spc="0">
                <a:solidFill>
                  <a:schemeClr val="accent3"/>
                </a:solidFill>
                <a:latin typeface="+mn-lt"/>
              </a:defRPr>
            </a:lvl1pPr>
            <a:lvl2pPr marL="502920" indent="0">
              <a:buNone/>
              <a:defRPr/>
            </a:lvl2pPr>
            <a:lvl3pPr marL="1005840" indent="0">
              <a:buNone/>
              <a:defRPr/>
            </a:lvl3pPr>
            <a:lvl4pPr marL="1508760" indent="0">
              <a:buNone/>
              <a:defRPr/>
            </a:lvl4pPr>
            <a:lvl5pPr marL="201168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931E6A6E-1BA7-1F45-A08D-307AACEBEB3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92150" y="4376956"/>
            <a:ext cx="8672830" cy="522968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 b="0" i="0" cap="all" spc="50" baseline="0">
                <a:solidFill>
                  <a:schemeClr val="accent3"/>
                </a:solidFill>
                <a:latin typeface="+mj-lt"/>
                <a:cs typeface="Gill Sans Light" panose="020B0302020104020203" pitchFamily="34" charset="-79"/>
              </a:defRPr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049D150-13BC-384D-BEE8-E9527DB605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734457" y="5979886"/>
            <a:ext cx="6589486" cy="0"/>
            <a:chOff x="1872342" y="5979886"/>
            <a:chExt cx="6589486" cy="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08158FB6-64E7-264E-BD07-114D31C9718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872342" y="5979886"/>
              <a:ext cx="27432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4503DA16-86E8-5840-BA1E-44CC83BAF50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5718628" y="5979886"/>
              <a:ext cx="2743200" cy="0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rapezoid 1">
            <a:extLst>
              <a:ext uri="{FF2B5EF4-FFF2-40B4-BE49-F238E27FC236}">
                <a16:creationId xmlns:a16="http://schemas.microsoft.com/office/drawing/2014/main" id="{90E97122-E24B-6F42-B409-9BF350C15F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8860617">
            <a:off x="-334655" y="1203124"/>
            <a:ext cx="3410625" cy="490780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786554"/>
              <a:gd name="connsiteY0" fmla="*/ 480751 h 484177"/>
              <a:gd name="connsiteX1" fmla="*/ 392592 w 2786554"/>
              <a:gd name="connsiteY1" fmla="*/ 0 h 484177"/>
              <a:gd name="connsiteX2" fmla="*/ 2518314 w 2786554"/>
              <a:gd name="connsiteY2" fmla="*/ 234 h 484177"/>
              <a:gd name="connsiteX3" fmla="*/ 2786554 w 2786554"/>
              <a:gd name="connsiteY3" fmla="*/ 484177 h 484177"/>
              <a:gd name="connsiteX4" fmla="*/ 0 w 2786554"/>
              <a:gd name="connsiteY4" fmla="*/ 480751 h 484177"/>
              <a:gd name="connsiteX0" fmla="*/ 0 w 2786554"/>
              <a:gd name="connsiteY0" fmla="*/ 487354 h 490780"/>
              <a:gd name="connsiteX1" fmla="*/ 392592 w 2786554"/>
              <a:gd name="connsiteY1" fmla="*/ 6603 h 490780"/>
              <a:gd name="connsiteX2" fmla="*/ 2396785 w 2786554"/>
              <a:gd name="connsiteY2" fmla="*/ 0 h 490780"/>
              <a:gd name="connsiteX3" fmla="*/ 2786554 w 2786554"/>
              <a:gd name="connsiteY3" fmla="*/ 490780 h 490780"/>
              <a:gd name="connsiteX4" fmla="*/ 0 w 2786554"/>
              <a:gd name="connsiteY4" fmla="*/ 487354 h 49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86554" h="490780">
                <a:moveTo>
                  <a:pt x="0" y="487354"/>
                </a:moveTo>
                <a:lnTo>
                  <a:pt x="392592" y="6603"/>
                </a:lnTo>
                <a:lnTo>
                  <a:pt x="2396785" y="0"/>
                </a:lnTo>
                <a:lnTo>
                  <a:pt x="2786554" y="490780"/>
                </a:lnTo>
                <a:lnTo>
                  <a:pt x="0" y="487354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rapezoid 1">
            <a:extLst>
              <a:ext uri="{FF2B5EF4-FFF2-40B4-BE49-F238E27FC236}">
                <a16:creationId xmlns:a16="http://schemas.microsoft.com/office/drawing/2014/main" id="{C937B274-8943-0D47-B204-C1FB3BFBB6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8060617">
            <a:off x="6973284" y="6138574"/>
            <a:ext cx="3410625" cy="490780"/>
          </a:xfrm>
          <a:custGeom>
            <a:avLst/>
            <a:gdLst>
              <a:gd name="connsiteX0" fmla="*/ 0 w 2908179"/>
              <a:gd name="connsiteY0" fmla="*/ 478649 h 478649"/>
              <a:gd name="connsiteX1" fmla="*/ 119662 w 2908179"/>
              <a:gd name="connsiteY1" fmla="*/ 0 h 478649"/>
              <a:gd name="connsiteX2" fmla="*/ 2788517 w 2908179"/>
              <a:gd name="connsiteY2" fmla="*/ 0 h 478649"/>
              <a:gd name="connsiteX3" fmla="*/ 2908179 w 2908179"/>
              <a:gd name="connsiteY3" fmla="*/ 478649 h 478649"/>
              <a:gd name="connsiteX4" fmla="*/ 0 w 2908179"/>
              <a:gd name="connsiteY4" fmla="*/ 478649 h 478649"/>
              <a:gd name="connsiteX0" fmla="*/ 0 w 2908179"/>
              <a:gd name="connsiteY0" fmla="*/ 482887 h 482887"/>
              <a:gd name="connsiteX1" fmla="*/ 119662 w 2908179"/>
              <a:gd name="connsiteY1" fmla="*/ 4238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2887 h 482887"/>
              <a:gd name="connsiteX1" fmla="*/ 392592 w 2908179"/>
              <a:gd name="connsiteY1" fmla="*/ 2136 h 482887"/>
              <a:gd name="connsiteX2" fmla="*/ 2349278 w 2908179"/>
              <a:gd name="connsiteY2" fmla="*/ 0 h 482887"/>
              <a:gd name="connsiteX3" fmla="*/ 2908179 w 2908179"/>
              <a:gd name="connsiteY3" fmla="*/ 482887 h 482887"/>
              <a:gd name="connsiteX4" fmla="*/ 0 w 2908179"/>
              <a:gd name="connsiteY4" fmla="*/ 482887 h 482887"/>
              <a:gd name="connsiteX0" fmla="*/ 0 w 2908179"/>
              <a:gd name="connsiteY0" fmla="*/ 480751 h 480751"/>
              <a:gd name="connsiteX1" fmla="*/ 392592 w 2908179"/>
              <a:gd name="connsiteY1" fmla="*/ 0 h 480751"/>
              <a:gd name="connsiteX2" fmla="*/ 2518314 w 2908179"/>
              <a:gd name="connsiteY2" fmla="*/ 234 h 480751"/>
              <a:gd name="connsiteX3" fmla="*/ 2908179 w 2908179"/>
              <a:gd name="connsiteY3" fmla="*/ 480751 h 480751"/>
              <a:gd name="connsiteX4" fmla="*/ 0 w 2908179"/>
              <a:gd name="connsiteY4" fmla="*/ 480751 h 480751"/>
              <a:gd name="connsiteX0" fmla="*/ 0 w 2786554"/>
              <a:gd name="connsiteY0" fmla="*/ 480751 h 484177"/>
              <a:gd name="connsiteX1" fmla="*/ 392592 w 2786554"/>
              <a:gd name="connsiteY1" fmla="*/ 0 h 484177"/>
              <a:gd name="connsiteX2" fmla="*/ 2518314 w 2786554"/>
              <a:gd name="connsiteY2" fmla="*/ 234 h 484177"/>
              <a:gd name="connsiteX3" fmla="*/ 2786554 w 2786554"/>
              <a:gd name="connsiteY3" fmla="*/ 484177 h 484177"/>
              <a:gd name="connsiteX4" fmla="*/ 0 w 2786554"/>
              <a:gd name="connsiteY4" fmla="*/ 480751 h 484177"/>
              <a:gd name="connsiteX0" fmla="*/ 0 w 2786554"/>
              <a:gd name="connsiteY0" fmla="*/ 487354 h 490780"/>
              <a:gd name="connsiteX1" fmla="*/ 392592 w 2786554"/>
              <a:gd name="connsiteY1" fmla="*/ 6603 h 490780"/>
              <a:gd name="connsiteX2" fmla="*/ 2396785 w 2786554"/>
              <a:gd name="connsiteY2" fmla="*/ 0 h 490780"/>
              <a:gd name="connsiteX3" fmla="*/ 2786554 w 2786554"/>
              <a:gd name="connsiteY3" fmla="*/ 490780 h 490780"/>
              <a:gd name="connsiteX4" fmla="*/ 0 w 2786554"/>
              <a:gd name="connsiteY4" fmla="*/ 487354 h 4907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86554" h="490780">
                <a:moveTo>
                  <a:pt x="0" y="487354"/>
                </a:moveTo>
                <a:lnTo>
                  <a:pt x="392592" y="6603"/>
                </a:lnTo>
                <a:lnTo>
                  <a:pt x="2396785" y="0"/>
                </a:lnTo>
                <a:lnTo>
                  <a:pt x="2786554" y="490780"/>
                </a:lnTo>
                <a:lnTo>
                  <a:pt x="0" y="487354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37538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413810"/>
            <a:ext cx="8675370" cy="150230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2069042"/>
            <a:ext cx="8675370" cy="49315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2355A94-CD46-C44F-8A53-8AA853BE1DF7}" type="datetimeFigureOut">
              <a:rPr lang="en-US" smtClean="0"/>
              <a:t>10/3/2025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7203865"/>
            <a:ext cx="339471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7203865"/>
            <a:ext cx="2263140" cy="4138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FCBA5E-A969-C44D-8E38-C70ED41C06B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0688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l" defTabSz="1005840" rtl="0" eaLnBrk="1" latinLnBrk="0" hangingPunct="1">
        <a:lnSpc>
          <a:spcPct val="90000"/>
        </a:lnSpc>
        <a:spcBef>
          <a:spcPct val="0"/>
        </a:spcBef>
        <a:buNone/>
        <a:defRPr sz="48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460" indent="-251460" algn="l" defTabSz="1005840" rtl="0" eaLnBrk="1" latinLnBrk="0" hangingPunct="1">
        <a:lnSpc>
          <a:spcPct val="90000"/>
        </a:lnSpc>
        <a:spcBef>
          <a:spcPts val="1100"/>
        </a:spcBef>
        <a:buFont typeface="Arial" panose="020B0604020202020204" pitchFamily="34" charset="0"/>
        <a:buChar char="•"/>
        <a:defRPr sz="3080" kern="1200">
          <a:solidFill>
            <a:schemeClr val="tx1"/>
          </a:solidFill>
          <a:latin typeface="+mn-lt"/>
          <a:ea typeface="+mn-ea"/>
          <a:cs typeface="+mn-cs"/>
        </a:defRPr>
      </a:lvl1pPr>
      <a:lvl2pPr marL="7543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640" kern="1200">
          <a:solidFill>
            <a:schemeClr val="tx1"/>
          </a:solidFill>
          <a:latin typeface="+mn-lt"/>
          <a:ea typeface="+mn-ea"/>
          <a:cs typeface="+mn-cs"/>
        </a:defRPr>
      </a:lvl2pPr>
      <a:lvl3pPr marL="12573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3pPr>
      <a:lvl4pPr marL="17602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26314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76606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26898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77190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274820" indent="-251460" algn="l" defTabSz="1005840" rtl="0" eaLnBrk="1" latinLnBrk="0" hangingPunct="1">
        <a:lnSpc>
          <a:spcPct val="90000"/>
        </a:lnSpc>
        <a:spcBef>
          <a:spcPts val="550"/>
        </a:spcBef>
        <a:buFont typeface="Arial" panose="020B0604020202020204" pitchFamily="34" charset="0"/>
        <a:buChar char="•"/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1pPr>
      <a:lvl2pPr marL="5029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3pPr>
      <a:lvl4pPr marL="15087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4pPr>
      <a:lvl5pPr marL="201168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6pPr>
      <a:lvl7pPr marL="301752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7pPr>
      <a:lvl8pPr marL="352044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8pPr>
      <a:lvl9pPr marL="4023360" algn="l" defTabSz="1005840" rtl="0" eaLnBrk="1" latinLnBrk="0" hangingPunct="1">
        <a:defRPr sz="198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microsoft.com/office/2007/relationships/hdphoto" Target="../media/hdphoto6.wdp"/><Relationship Id="rId18" Type="http://schemas.openxmlformats.org/officeDocument/2006/relationships/image" Target="../media/image10.png"/><Relationship Id="rId26" Type="http://schemas.openxmlformats.org/officeDocument/2006/relationships/image" Target="../media/image14.png"/><Relationship Id="rId3" Type="http://schemas.microsoft.com/office/2007/relationships/hdphoto" Target="../media/hdphoto1.wdp"/><Relationship Id="rId21" Type="http://schemas.microsoft.com/office/2007/relationships/hdphoto" Target="../media/hdphoto9.wdp"/><Relationship Id="rId7" Type="http://schemas.microsoft.com/office/2007/relationships/hdphoto" Target="../media/hdphoto3.wdp"/><Relationship Id="rId12" Type="http://schemas.openxmlformats.org/officeDocument/2006/relationships/image" Target="../media/image6.png"/><Relationship Id="rId17" Type="http://schemas.openxmlformats.org/officeDocument/2006/relationships/image" Target="../media/image9.svg"/><Relationship Id="rId25" Type="http://schemas.microsoft.com/office/2007/relationships/hdphoto" Target="../media/hdphoto11.wdp"/><Relationship Id="rId2" Type="http://schemas.openxmlformats.org/officeDocument/2006/relationships/image" Target="../media/image1.png"/><Relationship Id="rId16" Type="http://schemas.openxmlformats.org/officeDocument/2006/relationships/image" Target="../media/image8.png"/><Relationship Id="rId20" Type="http://schemas.openxmlformats.org/officeDocument/2006/relationships/image" Target="../media/image11.png"/><Relationship Id="rId29" Type="http://schemas.microsoft.com/office/2007/relationships/hdphoto" Target="../media/hdphoto13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png"/><Relationship Id="rId11" Type="http://schemas.microsoft.com/office/2007/relationships/hdphoto" Target="../media/hdphoto5.wdp"/><Relationship Id="rId24" Type="http://schemas.openxmlformats.org/officeDocument/2006/relationships/image" Target="../media/image13.png"/><Relationship Id="rId5" Type="http://schemas.microsoft.com/office/2007/relationships/hdphoto" Target="../media/hdphoto2.wdp"/><Relationship Id="rId15" Type="http://schemas.microsoft.com/office/2007/relationships/hdphoto" Target="../media/hdphoto7.wdp"/><Relationship Id="rId23" Type="http://schemas.microsoft.com/office/2007/relationships/hdphoto" Target="../media/hdphoto10.wdp"/><Relationship Id="rId28" Type="http://schemas.openxmlformats.org/officeDocument/2006/relationships/image" Target="../media/image15.png"/><Relationship Id="rId10" Type="http://schemas.openxmlformats.org/officeDocument/2006/relationships/image" Target="../media/image5.png"/><Relationship Id="rId19" Type="http://schemas.microsoft.com/office/2007/relationships/hdphoto" Target="../media/hdphoto8.wdp"/><Relationship Id="rId31" Type="http://schemas.microsoft.com/office/2007/relationships/hdphoto" Target="../media/hdphoto14.wdp"/><Relationship Id="rId4" Type="http://schemas.openxmlformats.org/officeDocument/2006/relationships/image" Target="../media/image2.png"/><Relationship Id="rId9" Type="http://schemas.microsoft.com/office/2007/relationships/hdphoto" Target="../media/hdphoto4.wdp"/><Relationship Id="rId14" Type="http://schemas.openxmlformats.org/officeDocument/2006/relationships/image" Target="../media/image7.png"/><Relationship Id="rId22" Type="http://schemas.openxmlformats.org/officeDocument/2006/relationships/image" Target="../media/image12.png"/><Relationship Id="rId27" Type="http://schemas.microsoft.com/office/2007/relationships/hdphoto" Target="../media/hdphoto12.wdp"/><Relationship Id="rId30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69D6CFE1-98BF-9C1B-DECA-BB4B717E733E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53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65860" y="2239266"/>
            <a:ext cx="7818119" cy="328938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Certificate of Scholarship">
            <a:extLst>
              <a:ext uri="{FF2B5EF4-FFF2-40B4-BE49-F238E27FC236}">
                <a16:creationId xmlns:a16="http://schemas.microsoft.com/office/drawing/2014/main" id="{6CE66C72-8BEE-B947-88BE-D6AE32BB14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880" y="1675901"/>
            <a:ext cx="8675370" cy="595315"/>
          </a:xfrm>
        </p:spPr>
        <p:txBody>
          <a:bodyPr/>
          <a:lstStyle/>
          <a:p>
            <a:r>
              <a:rPr lang="en-US" dirty="0"/>
              <a:t>CERTIFICATE OF APPRECIATION</a:t>
            </a:r>
          </a:p>
        </p:txBody>
      </p:sp>
      <p:sp>
        <p:nvSpPr>
          <p:cNvPr id="5" name="This acknowledges that">
            <a:extLst>
              <a:ext uri="{FF2B5EF4-FFF2-40B4-BE49-F238E27FC236}">
                <a16:creationId xmlns:a16="http://schemas.microsoft.com/office/drawing/2014/main" id="{9E9660E2-F05F-4D4C-9E31-E8A668CA187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45819" y="2321811"/>
            <a:ext cx="8671560" cy="417743"/>
          </a:xfrm>
        </p:spPr>
        <p:txBody>
          <a:bodyPr/>
          <a:lstStyle/>
          <a:p>
            <a:r>
              <a:rPr lang="en-US" dirty="0"/>
              <a:t>THIS ACKNOWLEDGES THAT</a:t>
            </a:r>
          </a:p>
        </p:txBody>
      </p:sp>
      <p:sp>
        <p:nvSpPr>
          <p:cNvPr id="6" name="Christian Lacombe">
            <a:extLst>
              <a:ext uri="{FF2B5EF4-FFF2-40B4-BE49-F238E27FC236}">
                <a16:creationId xmlns:a16="http://schemas.microsoft.com/office/drawing/2014/main" id="{7E42DC84-5D9D-BB48-BDD8-C8418027C25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37870" y="2739554"/>
            <a:ext cx="8674100" cy="934872"/>
          </a:xfrm>
        </p:spPr>
        <p:txBody>
          <a:bodyPr>
            <a:normAutofit/>
          </a:bodyPr>
          <a:lstStyle/>
          <a:p>
            <a:r>
              <a:rPr lang="en-US" dirty="0"/>
              <a:t>XXXXX</a:t>
            </a:r>
          </a:p>
        </p:txBody>
      </p:sp>
      <p:sp>
        <p:nvSpPr>
          <p:cNvPr id="7" name="has been recognized for outstanding achievement">
            <a:extLst>
              <a:ext uri="{FF2B5EF4-FFF2-40B4-BE49-F238E27FC236}">
                <a16:creationId xmlns:a16="http://schemas.microsoft.com/office/drawing/2014/main" id="{D2D66D3E-B6D3-874A-823E-0D8BC27749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39140" y="4130883"/>
            <a:ext cx="8672830" cy="522968"/>
          </a:xfrm>
        </p:spPr>
        <p:txBody>
          <a:bodyPr>
            <a:noAutofit/>
          </a:bodyPr>
          <a:lstStyle/>
          <a:p>
            <a:r>
              <a:rPr lang="en-US" sz="1800" dirty="0"/>
              <a:t>For their valuable participation in the </a:t>
            </a:r>
            <a:r>
              <a:rPr lang="en-US" sz="1800" b="1" dirty="0"/>
              <a:t>Power Platform Workshops </a:t>
            </a:r>
            <a:r>
              <a:rPr lang="en-US" sz="1800" dirty="0"/>
              <a:t>conducted By </a:t>
            </a:r>
            <a:r>
              <a:rPr lang="en-US" sz="1800" b="1" dirty="0"/>
              <a:t>Power Platform Classmates.</a:t>
            </a:r>
            <a:endParaRPr lang="en-US" sz="1800" dirty="0"/>
          </a:p>
          <a:p>
            <a:endParaRPr lang="en-US" sz="1800" dirty="0"/>
          </a:p>
          <a:p>
            <a:r>
              <a:rPr lang="en-US" sz="1800" dirty="0"/>
              <a:t>We appreciate your commitment to learning on Microsoft technologies.</a:t>
            </a:r>
          </a:p>
        </p:txBody>
      </p:sp>
      <p:sp>
        <p:nvSpPr>
          <p:cNvPr id="8" name="Reed Flores, Teacher">
            <a:extLst>
              <a:ext uri="{FF2B5EF4-FFF2-40B4-BE49-F238E27FC236}">
                <a16:creationId xmlns:a16="http://schemas.microsoft.com/office/drawing/2014/main" id="{6886D0F9-E1DE-6548-8686-07462DB41898}"/>
              </a:ext>
            </a:extLst>
          </p:cNvPr>
          <p:cNvSpPr>
            <a:spLocks noGrp="1"/>
          </p:cNvSpPr>
          <p:nvPr>
            <p:ph type="body" sz="quarter" idx="4294967295"/>
          </p:nvPr>
        </p:nvSpPr>
        <p:spPr>
          <a:xfrm>
            <a:off x="1694909" y="5414139"/>
            <a:ext cx="3607384" cy="52296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200" b="1" dirty="0"/>
              <a:t>Organizers, </a:t>
            </a:r>
          </a:p>
          <a:p>
            <a:pPr marL="0" indent="0">
              <a:buNone/>
            </a:pPr>
            <a:r>
              <a:rPr lang="en-US" sz="1200" b="1" dirty="0"/>
              <a:t>Power Platform Classmates,</a:t>
            </a:r>
          </a:p>
          <a:p>
            <a:pPr marL="0" indent="0">
              <a:buNone/>
            </a:pPr>
            <a:r>
              <a:rPr lang="en-US" sz="1200" b="1" dirty="0"/>
              <a:t>BITS Pilani, Dubai </a:t>
            </a:r>
          </a:p>
        </p:txBody>
      </p:sp>
      <p:sp>
        <p:nvSpPr>
          <p:cNvPr id="2" name="AutoShape 2" descr="Badge Yellow Circle for Award Badge">
            <a:extLst>
              <a:ext uri="{FF2B5EF4-FFF2-40B4-BE49-F238E27FC236}">
                <a16:creationId xmlns:a16="http://schemas.microsoft.com/office/drawing/2014/main" id="{342F57E4-5A65-B026-D52D-7C8CC52C91D1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876800" y="37338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SG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2B78797B-A505-6935-6A66-A7B2D12C423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4019" l="9903" r="91600">
                        <a14:foregroundMark x1="45712" y1="78318" x2="46508" y2="76449"/>
                        <a14:foregroundMark x1="66490" y1="77664" x2="55349" y2="74206"/>
                        <a14:foregroundMark x1="55349" y1="74206" x2="66225" y2="70467"/>
                        <a14:foregroundMark x1="66225" y1="70467" x2="63660" y2="79252"/>
                        <a14:foregroundMark x1="74978" y1="65327" x2="72679" y2="65327"/>
                        <a14:foregroundMark x1="74801" y1="57664" x2="74801" y2="57664"/>
                        <a14:foregroundMark x1="74978" y1="57477" x2="74978" y2="57477"/>
                        <a14:foregroundMark x1="74978" y1="57477" x2="74978" y2="57477"/>
                        <a14:foregroundMark x1="70380" y1="63458" x2="70380" y2="63458"/>
                        <a14:foregroundMark x1="70380" y1="63458" x2="70380" y2="63458"/>
                        <a14:foregroundMark x1="69761" y1="61028" x2="69761" y2="61028"/>
                        <a14:foregroundMark x1="69761" y1="61028" x2="69408" y2="60093"/>
                        <a14:foregroundMark x1="69408" y1="59720" x2="69408" y2="59720"/>
                        <a14:foregroundMark x1="69408" y1="59720" x2="69408" y2="59720"/>
                        <a14:foregroundMark x1="73386" y1="63458" x2="73386" y2="63458"/>
                        <a14:foregroundMark x1="79576" y1="62804" x2="79576" y2="62804"/>
                        <a14:foregroundMark x1="76835" y1="62243" x2="76304" y2="62150"/>
                        <a14:foregroundMark x1="73475" y1="60935" x2="72944" y2="60374"/>
                        <a14:foregroundMark x1="72944" y1="60374" x2="72944" y2="60374"/>
                        <a14:foregroundMark x1="75685" y1="58318" x2="75685" y2="58318"/>
                        <a14:foregroundMark x1="75685" y1="58318" x2="75685" y2="58318"/>
                        <a14:foregroundMark x1="70203" y1="57477" x2="70203" y2="57477"/>
                        <a14:foregroundMark x1="70203" y1="57477" x2="70203" y2="57477"/>
                        <a14:foregroundMark x1="66225" y1="63458" x2="66225" y2="63458"/>
                        <a14:foregroundMark x1="70027" y1="61869" x2="69673" y2="61682"/>
                        <a14:foregroundMark x1="66667" y1="62617" x2="66667" y2="62617"/>
                        <a14:foregroundMark x1="66667" y1="62617" x2="66667" y2="62617"/>
                        <a14:foregroundMark x1="68966" y1="63458" x2="68966" y2="63458"/>
                        <a14:foregroundMark x1="68966" y1="63458" x2="68966" y2="63458"/>
                        <a14:foregroundMark x1="70203" y1="67944" x2="70292" y2="67477"/>
                        <a14:foregroundMark x1="66225" y1="90467" x2="66225" y2="90467"/>
                        <a14:foregroundMark x1="66225" y1="90374" x2="66225" y2="90374"/>
                        <a14:foregroundMark x1="63926" y1="87009" x2="63926" y2="87009"/>
                        <a14:foregroundMark x1="63926" y1="87009" x2="63926" y2="87009"/>
                        <a14:foregroundMark x1="67109" y1="94019" x2="66313" y2="93832"/>
                        <a14:foregroundMark x1="65164" y1="93271" x2="65164" y2="93271"/>
                        <a14:foregroundMark x1="65517" y1="92523" x2="65959" y2="92523"/>
                        <a14:foregroundMark x1="68877" y1="91308" x2="68877" y2="91308"/>
                        <a14:foregroundMark x1="69231" y1="91308" x2="69231" y2="91308"/>
                        <a14:foregroundMark x1="65694" y1="88411" x2="65694" y2="88411"/>
                        <a14:foregroundMark x1="65340" y1="86729" x2="65340" y2="86729"/>
                        <a14:foregroundMark x1="65340" y1="86729" x2="65340" y2="86729"/>
                        <a14:foregroundMark x1="65340" y1="86729" x2="65340" y2="86729"/>
                        <a14:foregroundMark x1="63749" y1="85607" x2="63749" y2="85607"/>
                        <a14:foregroundMark x1="63749" y1="85607" x2="63749" y2="85607"/>
                        <a14:foregroundMark x1="64368" y1="88411" x2="64368" y2="88411"/>
                        <a14:foregroundMark x1="69408" y1="87664" x2="69408" y2="87664"/>
                        <a14:foregroundMark x1="69408" y1="87664" x2="69408" y2="87664"/>
                        <a14:foregroundMark x1="67109" y1="87196" x2="67109" y2="87196"/>
                        <a14:foregroundMark x1="64810" y1="88411" x2="64810" y2="88411"/>
                        <a14:foregroundMark x1="64810" y1="88411" x2="64810" y2="88411"/>
                        <a14:foregroundMark x1="65429" y1="88598" x2="65429" y2="88598"/>
                        <a14:foregroundMark x1="65517" y1="88598" x2="65517" y2="87477"/>
                        <a14:foregroundMark x1="65340" y1="85981" x2="65340" y2="85981"/>
                        <a14:foregroundMark x1="65340" y1="85981" x2="65340" y2="85981"/>
                        <a14:foregroundMark x1="63926" y1="88972" x2="63926" y2="88972"/>
                        <a14:foregroundMark x1="63660" y1="88224" x2="63660" y2="88224"/>
                        <a14:foregroundMark x1="38108" y1="77103" x2="38108" y2="77103"/>
                        <a14:foregroundMark x1="38108" y1="77103" x2="38108" y2="77103"/>
                        <a14:foregroundMark x1="47126" y1="81028" x2="36782" y2="74766"/>
                        <a14:foregroundMark x1="36782" y1="74766" x2="46684" y2="79813"/>
                        <a14:foregroundMark x1="46684" y1="79813" x2="46508" y2="81308"/>
                        <a14:foregroundMark x1="75508" y1="48037" x2="68789" y2="38411"/>
                        <a14:foregroundMark x1="68789" y1="38411" x2="75685" y2="47570"/>
                        <a14:foregroundMark x1="75685" y1="47570" x2="75950" y2="48972"/>
                        <a14:foregroundMark x1="61362" y1="34393" x2="61362" y2="34393"/>
                        <a14:foregroundMark x1="62069" y1="34579" x2="61450" y2="34860"/>
                        <a14:foregroundMark x1="43855" y1="34953" x2="43236" y2="35234"/>
                        <a14:foregroundMark x1="62865" y1="37103" x2="58090" y2="26355"/>
                        <a14:foregroundMark x1="58090" y1="26355" x2="64456" y2="35607"/>
                        <a14:foregroundMark x1="64456" y1="35607" x2="63042" y2="37009"/>
                        <a14:foregroundMark x1="52608" y1="30467" x2="52608" y2="30467"/>
                        <a14:foregroundMark x1="52608" y1="30467" x2="52608" y2="30467"/>
                        <a14:foregroundMark x1="43059" y1="36542" x2="40760" y2="37757"/>
                        <a14:foregroundMark x1="37224" y1="32804" x2="37224" y2="32804"/>
                        <a14:foregroundMark x1="37224" y1="32804" x2="37224" y2="32804"/>
                        <a14:foregroundMark x1="37224" y1="32804" x2="37224" y2="32804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43678" y1="29252" x2="43678" y2="29252"/>
                        <a14:foregroundMark x1="39611" y1="37383" x2="47038" y2="26168"/>
                        <a14:foregroundMark x1="47038" y1="26168" x2="43324" y2="36168"/>
                        <a14:foregroundMark x1="41645" y1="26168" x2="41645" y2="26168"/>
                        <a14:foregroundMark x1="41645" y1="26168" x2="41645" y2="26168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47569" y1="25794" x2="47569" y2="25794"/>
                        <a14:foregroundMark x1="37577" y1="25234" x2="37577" y2="25234"/>
                        <a14:foregroundMark x1="37577" y1="25234" x2="37577" y2="25234"/>
                        <a14:foregroundMark x1="37577" y1="25234" x2="37577" y2="25234"/>
                        <a14:foregroundMark x1="34925" y1="47944" x2="31477" y2="48879"/>
                        <a14:foregroundMark x1="32361" y1="68598" x2="31742" y2="55514"/>
                        <a14:foregroundMark x1="31742" y1="55514" x2="32449" y2="67477"/>
                        <a14:foregroundMark x1="32449" y1="67477" x2="31565" y2="68505"/>
                        <a14:foregroundMark x1="26172" y1="57757" x2="26172" y2="57757"/>
                        <a14:foregroundMark x1="26172" y1="57757" x2="26172" y2="57757"/>
                        <a14:foregroundMark x1="26172" y1="57757" x2="26172" y2="57757"/>
                        <a14:foregroundMark x1="48187" y1="25607" x2="48187" y2="25607"/>
                        <a14:foregroundMark x1="48187" y1="25607" x2="48187" y2="25607"/>
                        <a14:foregroundMark x1="48187" y1="25607" x2="48187" y2="25607"/>
                        <a14:foregroundMark x1="35013" y1="30187" x2="35013" y2="30187"/>
                        <a14:foregroundMark x1="35013" y1="30187" x2="35013" y2="30187"/>
                        <a14:foregroundMark x1="35102" y1="30374" x2="35102" y2="30374"/>
                        <a14:foregroundMark x1="35102" y1="30374" x2="35544" y2="30374"/>
                        <a14:foregroundMark x1="37843" y1="22804" x2="37843" y2="22804"/>
                        <a14:foregroundMark x1="37843" y1="22804" x2="37843" y2="22804"/>
                        <a14:foregroundMark x1="37666" y1="17757" x2="37666" y2="17757"/>
                        <a14:foregroundMark x1="37666" y1="17757" x2="37666" y2="17757"/>
                        <a14:foregroundMark x1="37666" y1="17757" x2="37666" y2="17757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4660" y1="12523" x2="34660" y2="12523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33864" y1="17009" x2="33864" y2="17009"/>
                        <a14:foregroundMark x1="68081" y1="12804" x2="68081" y2="12804"/>
                        <a14:foregroundMark x1="68081" y1="12804" x2="68081" y2="12804"/>
                        <a14:foregroundMark x1="65959" y1="12897" x2="65959" y2="12897"/>
                        <a14:foregroundMark x1="65959" y1="12897" x2="65959" y2="12897"/>
                        <a14:foregroundMark x1="65959" y1="12897" x2="65959" y2="12897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64810" y1="18224" x2="64810" y2="18224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567" y1="37383" x2="89567" y2="37383"/>
                        <a14:foregroundMark x1="89832" y1="65888" x2="89832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567" y2="65888"/>
                        <a14:foregroundMark x1="89567" y1="65888" x2="89302" y2="68037"/>
                        <a14:foregroundMark x1="91600" y1="67757" x2="91600" y2="67757"/>
                        <a14:foregroundMark x1="91600" y1="67757" x2="91600" y2="67757"/>
                        <a14:foregroundMark x1="91600" y1="67757" x2="91600" y2="67757"/>
                        <a14:foregroundMark x1="80725" y1="62523" x2="80725" y2="62523"/>
                        <a14:foregroundMark x1="80725" y1="62523" x2="80725" y2="62523"/>
                        <a14:foregroundMark x1="80725" y1="62523" x2="80725" y2="62523"/>
                        <a14:foregroundMark x1="32361" y1="47477" x2="29885" y2="48037"/>
                        <a14:foregroundMark x1="10610" y1="36542" x2="10610" y2="36542"/>
                        <a14:foregroundMark x1="10610" y1="36542" x2="10610" y2="36542"/>
                        <a14:foregroundMark x1="10610" y1="36542" x2="10610" y2="36542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33068" y1="38318" x2="33068" y2="38318"/>
                        <a14:foregroundMark x1="48453" y1="30748" x2="48453" y2="30748"/>
                        <a14:foregroundMark x1="48453" y1="30748" x2="48453" y2="30748"/>
                        <a14:foregroundMark x1="48453" y1="30748" x2="48453" y2="30748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34748" y1="93271" x2="34748" y2="93271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1760" y1="71869" x2="11760" y2="71869"/>
                        <a14:foregroundMark x1="18391" y1="38879" x2="18391" y2="38879"/>
                        <a14:foregroundMark x1="18391" y1="38879" x2="18391" y2="39252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18391" y1="39439" x2="18391" y2="39439"/>
                        <a14:foregroundMark x1="64279" y1="26542" x2="64279" y2="26542"/>
                        <a14:foregroundMark x1="64279" y1="26542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64810" y1="26729" x2="64810" y2="26729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6835" y1="67757" x2="76835" y2="67757"/>
                        <a14:foregroundMark x1="75774" y1="70187" x2="75774" y2="70187"/>
                        <a14:foregroundMark x1="75774" y1="70187" x2="75774" y2="70187"/>
                        <a14:foregroundMark x1="75774" y1="70187" x2="75774" y2="70187"/>
                        <a14:foregroundMark x1="75774" y1="69159" x2="75774" y2="69159"/>
                        <a14:foregroundMark x1="75774" y1="69159" x2="75774" y2="69159"/>
                        <a14:foregroundMark x1="75774" y1="69159" x2="75774" y2="69159"/>
                        <a14:foregroundMark x1="78691" y1="65234" x2="78691" y2="65234"/>
                        <a14:foregroundMark x1="78691" y1="65234" x2="78691" y2="65234"/>
                        <a14:foregroundMark x1="44828" y1="23084" x2="44828" y2="23084"/>
                        <a14:foregroundMark x1="44828" y1="23084" x2="44828" y2="23084"/>
                        <a14:foregroundMark x1="44828" y1="23084" x2="44828" y2="23084"/>
                        <a14:foregroundMark x1="38373" y1="23645" x2="38373" y2="23645"/>
                        <a14:foregroundMark x1="38373" y1="23645" x2="38373" y2="23645"/>
                        <a14:foregroundMark x1="39788" y1="25327" x2="39788" y2="25327"/>
                        <a14:foregroundMark x1="39965" y1="23178" x2="39965" y2="23178"/>
                        <a14:foregroundMark x1="39965" y1="23178" x2="39965" y2="23178"/>
                        <a14:foregroundMark x1="36074" y1="18505" x2="36074" y2="18505"/>
                        <a14:foregroundMark x1="36074" y1="18505" x2="36074" y2="18505"/>
                        <a14:foregroundMark x1="36074" y1="18505" x2="36074" y2="18505"/>
                        <a14:foregroundMark x1="33864" y1="14299" x2="33864" y2="14299"/>
                        <a14:foregroundMark x1="33864" y1="14299" x2="33864" y2="14299"/>
                        <a14:foregroundMark x1="39611" y1="19720" x2="37577" y2="19252"/>
                        <a14:foregroundMark x1="64545" y1="19813" x2="63484" y2="20654"/>
                        <a14:foregroundMark x1="85853" y1="36449" x2="84881" y2="36729"/>
                        <a14:foregroundMark x1="85853" y1="41402" x2="86384" y2="40935"/>
                        <a14:foregroundMark x1="85500" y1="68598" x2="86030" y2="69439"/>
                        <a14:foregroundMark x1="85234" y1="70374" x2="84615" y2="69159"/>
                        <a14:foregroundMark x1="37312" y1="90374" x2="37224" y2="90093"/>
                        <a14:foregroundMark x1="37931" y1="88972" x2="38373" y2="88879"/>
                        <a14:foregroundMark x1="36074" y1="91028" x2="35897" y2="90374"/>
                        <a14:foregroundMark x1="33864" y1="88411" x2="36163" y2="89159"/>
                        <a14:foregroundMark x1="16092" y1="70467" x2="15208" y2="67664"/>
                        <a14:foregroundMark x1="15119" y1="70748" x2="15119" y2="70748"/>
                        <a14:foregroundMark x1="15119" y1="70748" x2="15119" y2="70748"/>
                        <a14:foregroundMark x1="17241" y1="70093" x2="17772" y2="68879"/>
                        <a14:foregroundMark x1="23607" y1="65607" x2="23607" y2="65607"/>
                        <a14:foregroundMark x1="23607" y1="65607" x2="23607" y2="65607"/>
                        <a14:foregroundMark x1="22370" y1="64673" x2="22370" y2="64673"/>
                        <a14:foregroundMark x1="18921" y1="40187" x2="15296" y2="38785"/>
                        <a14:backgroundMark x1="23165" y1="27570" x2="9991" y2="20280"/>
                        <a14:backgroundMark x1="9991" y1="20280" x2="5128" y2="7757"/>
                        <a14:backgroundMark x1="5128" y1="7757" x2="24050" y2="14860"/>
                        <a14:backgroundMark x1="24050" y1="14860" x2="22989" y2="27290"/>
                        <a14:backgroundMark x1="22989" y1="27290" x2="22193" y2="26822"/>
                        <a14:backgroundMark x1="27233" y1="28037" x2="10698" y2="21869"/>
                        <a14:backgroundMark x1="10698" y1="21869" x2="5217" y2="9346"/>
                        <a14:backgroundMark x1="5217" y1="9346" x2="17683" y2="9533"/>
                        <a14:backgroundMark x1="17683" y1="9533" x2="24492" y2="24766"/>
                        <a14:backgroundMark x1="24492" y1="24766" x2="26967" y2="2757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560570" y="741029"/>
            <a:ext cx="1440180" cy="977687"/>
          </a:xfrm>
          <a:prstGeom prst="rect">
            <a:avLst/>
          </a:prstGeom>
        </p:spPr>
      </p:pic>
      <p:sp>
        <p:nvSpPr>
          <p:cNvPr id="22" name="Reed Flores, Teacher">
            <a:extLst>
              <a:ext uri="{FF2B5EF4-FFF2-40B4-BE49-F238E27FC236}">
                <a16:creationId xmlns:a16="http://schemas.microsoft.com/office/drawing/2014/main" id="{9267DE3A-ED96-425A-923C-E2232E299324}"/>
              </a:ext>
            </a:extLst>
          </p:cNvPr>
          <p:cNvSpPr txBox="1">
            <a:spLocks/>
          </p:cNvSpPr>
          <p:nvPr/>
        </p:nvSpPr>
        <p:spPr>
          <a:xfrm>
            <a:off x="6106326" y="5680739"/>
            <a:ext cx="1798017" cy="25636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51460" indent="-251460" algn="l" defTabSz="1005840" rtl="0" eaLnBrk="1" latinLnBrk="0" hangingPunct="1">
              <a:lnSpc>
                <a:spcPct val="90000"/>
              </a:lnSpc>
              <a:spcBef>
                <a:spcPts val="1100"/>
              </a:spcBef>
              <a:buFont typeface="Arial" panose="020B0604020202020204" pitchFamily="34" charset="0"/>
              <a:buChar char="•"/>
              <a:defRPr sz="30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543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64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573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2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7602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26314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76606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26898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77190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274820" indent="-251460" algn="l" defTabSz="1005840" rtl="0" eaLnBrk="1" latinLnBrk="0" hangingPunct="1">
              <a:lnSpc>
                <a:spcPct val="90000"/>
              </a:lnSpc>
              <a:spcBef>
                <a:spcPts val="550"/>
              </a:spcBef>
              <a:buFont typeface="Arial" panose="020B0604020202020204" pitchFamily="34" charset="0"/>
              <a:buChar char="•"/>
              <a:defRPr sz="198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200" b="1" dirty="0"/>
              <a:t>04 Oct 2025</a:t>
            </a:r>
          </a:p>
        </p:txBody>
      </p:sp>
      <p:pic>
        <p:nvPicPr>
          <p:cNvPr id="28" name="Picture 6" descr="Image result for Power apps logo">
            <a:extLst>
              <a:ext uri="{FF2B5EF4-FFF2-40B4-BE49-F238E27FC236}">
                <a16:creationId xmlns:a16="http://schemas.microsoft.com/office/drawing/2014/main" id="{8C474365-AE7F-EBD0-4834-15F89B5FE8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20388" y="6599707"/>
            <a:ext cx="742563" cy="53987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Picture 28" descr="Image result for Power BI logo">
            <a:extLst>
              <a:ext uri="{FF2B5EF4-FFF2-40B4-BE49-F238E27FC236}">
                <a16:creationId xmlns:a16="http://schemas.microsoft.com/office/drawing/2014/main" id="{F57064C6-64F3-675F-7617-5FDFE1D865D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10000" b="90000" l="15171" r="84669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484" r="6644"/>
          <a:stretch/>
        </p:blipFill>
        <p:spPr bwMode="auto">
          <a:xfrm>
            <a:off x="3173919" y="6578581"/>
            <a:ext cx="477718" cy="506885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12" descr="Image result for power virtual agents logo">
            <a:extLst>
              <a:ext uri="{FF2B5EF4-FFF2-40B4-BE49-F238E27FC236}">
                <a16:creationId xmlns:a16="http://schemas.microsoft.com/office/drawing/2014/main" id="{A85F1F13-9B57-A381-F839-9DEE6D83C2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94339" y="6533737"/>
            <a:ext cx="626538" cy="707972"/>
          </a:xfrm>
          <a:prstGeom prst="ellipse">
            <a:avLst/>
          </a:prstGeom>
          <a:noFill/>
          <a:effectLst>
            <a:softEdge rad="3175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1" name="Picture 2" descr="Power BI Desktop Connecting to Dataverse - Hat Full of Data">
            <a:extLst>
              <a:ext uri="{FF2B5EF4-FFF2-40B4-BE49-F238E27FC236}">
                <a16:creationId xmlns:a16="http://schemas.microsoft.com/office/drawing/2014/main" id="{25F153B3-39B3-936C-F13B-1D444F18C4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778" b="89778" l="2667" r="95556">
                        <a14:foregroundMark x1="90222" y1="48444" x2="90222" y2="48444"/>
                        <a14:foregroundMark x1="95556" y1="48444" x2="95556" y2="48444"/>
                        <a14:foregroundMark x1="6222" y1="59556" x2="6222" y2="59556"/>
                        <a14:foregroundMark x1="2667" y1="54667" x2="2667" y2="54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077" y="6583652"/>
            <a:ext cx="568427" cy="512677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34530D55-80D4-37D3-145C-4EB011E16088}"/>
              </a:ext>
            </a:extLst>
          </p:cNvPr>
          <p:cNvPicPr>
            <a:picLocks noChangeAspect="1"/>
          </p:cNvPicPr>
          <p:nvPr/>
        </p:nvPicPr>
        <p:blipFill rotWithShape="1">
          <a:blip r:embed="rId14">
            <a:extLst>
              <a:ext uri="{BEBA8EAE-BF5A-486C-A8C5-ECC9F3942E4B}">
                <a14:imgProps xmlns:a14="http://schemas.microsoft.com/office/drawing/2010/main">
                  <a14:imgLayer r:embed="rId1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9864" t="9069" r="21546" b="8853"/>
          <a:stretch/>
        </p:blipFill>
        <p:spPr>
          <a:xfrm>
            <a:off x="2763760" y="6702921"/>
            <a:ext cx="412375" cy="349060"/>
          </a:xfrm>
          <a:prstGeom prst="rect">
            <a:avLst/>
          </a:prstGeom>
        </p:spPr>
      </p:pic>
      <p:pic>
        <p:nvPicPr>
          <p:cNvPr id="34" name="Graphic 33">
            <a:extLst>
              <a:ext uri="{FF2B5EF4-FFF2-40B4-BE49-F238E27FC236}">
                <a16:creationId xmlns:a16="http://schemas.microsoft.com/office/drawing/2014/main" id="{D520269D-8B37-0456-DCD9-1F8BEE2A3BB7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262825" y="6644992"/>
            <a:ext cx="459445" cy="459445"/>
          </a:xfrm>
          <a:prstGeom prst="rect">
            <a:avLst/>
          </a:prstGeom>
        </p:spPr>
      </p:pic>
      <p:pic>
        <p:nvPicPr>
          <p:cNvPr id="35" name="Picture 16" descr="Icon for Dynamics 365 Customer Service">
            <a:extLst>
              <a:ext uri="{FF2B5EF4-FFF2-40B4-BE49-F238E27FC236}">
                <a16:creationId xmlns:a16="http://schemas.microsoft.com/office/drawing/2014/main" id="{36073C14-8E7B-F66F-D2DB-1125B1993A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6158" y="6589020"/>
            <a:ext cx="699650" cy="544496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6" name="Picture 18" descr="Icon for Dynamics 365 Field Service">
            <a:extLst>
              <a:ext uri="{FF2B5EF4-FFF2-40B4-BE49-F238E27FC236}">
                <a16:creationId xmlns:a16="http://schemas.microsoft.com/office/drawing/2014/main" id="{81609299-9C7B-BEEB-C58E-C792CFFEC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0">
            <a:extLst>
              <a:ext uri="{BEBA8EAE-BF5A-486C-A8C5-ECC9F3942E4B}">
                <a14:imgProps xmlns:a14="http://schemas.microsoft.com/office/drawing/2010/main">
                  <a14:imgLayer r:embed="rId21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86999" y="6515329"/>
            <a:ext cx="658788" cy="67039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2" descr="Icon for Dynamics 365 Sales">
            <a:extLst>
              <a:ext uri="{FF2B5EF4-FFF2-40B4-BE49-F238E27FC236}">
                <a16:creationId xmlns:a16="http://schemas.microsoft.com/office/drawing/2014/main" id="{005B1BE6-DB5D-8C69-1CBE-0AFD5A0FF1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2">
            <a:extLst>
              <a:ext uri="{BEBA8EAE-BF5A-486C-A8C5-ECC9F3942E4B}">
                <a14:imgProps xmlns:a14="http://schemas.microsoft.com/office/drawing/2010/main">
                  <a14:imgLayer r:embed="rId2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3501" y="6509382"/>
            <a:ext cx="673425" cy="650849"/>
          </a:xfrm>
          <a:prstGeom prst="ellipse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Picture 14" descr="Icon for Dynamics 365 Marketing">
            <a:extLst>
              <a:ext uri="{FF2B5EF4-FFF2-40B4-BE49-F238E27FC236}">
                <a16:creationId xmlns:a16="http://schemas.microsoft.com/office/drawing/2014/main" id="{7DB05181-35BF-DB86-CAE7-9FB7A3671A9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4">
            <a:extLst>
              <a:ext uri="{BEBA8EAE-BF5A-486C-A8C5-ECC9F3942E4B}">
                <a14:imgProps xmlns:a14="http://schemas.microsoft.com/office/drawing/2010/main">
                  <a14:imgLayer r:embed="rId25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1207" y="6512471"/>
            <a:ext cx="658788" cy="6606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9" name="Picture 4" descr="Row(Record) Level Privileges in Dynamics 365/Power Platform – Ashish  Vishwakarma">
            <a:extLst>
              <a:ext uri="{FF2B5EF4-FFF2-40B4-BE49-F238E27FC236}">
                <a16:creationId xmlns:a16="http://schemas.microsoft.com/office/drawing/2014/main" id="{DB1B9C54-E211-535C-87C5-B084A52AAD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6">
            <a:extLst>
              <a:ext uri="{BEBA8EAE-BF5A-486C-A8C5-ECC9F3942E4B}">
                <a14:imgProps xmlns:a14="http://schemas.microsoft.com/office/drawing/2010/main">
                  <a14:imgLayer r:embed="rId27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5199" y="6549547"/>
            <a:ext cx="792966" cy="6101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0" name="Picture 2" descr="Power Pages - The ultimate user guide">
            <a:extLst>
              <a:ext uri="{FF2B5EF4-FFF2-40B4-BE49-F238E27FC236}">
                <a16:creationId xmlns:a16="http://schemas.microsoft.com/office/drawing/2014/main" id="{51196349-4DAB-D61B-EDCE-866F4F1FE9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8">
            <a:extLst>
              <a:ext uri="{BEBA8EAE-BF5A-486C-A8C5-ECC9F3942E4B}">
                <a14:imgProps xmlns:a14="http://schemas.microsoft.com/office/drawing/2010/main">
                  <a14:imgLayer r:embed="rId29">
                    <a14:imgEffect>
                      <a14:backgroundRemoval t="889" b="98667" l="889" r="96000">
                        <a14:foregroundMark x1="11111" y1="35111" x2="13333" y2="44000"/>
                        <a14:foregroundMark x1="8889" y1="32889" x2="14222" y2="45778"/>
                        <a14:foregroundMark x1="38667" y1="12000" x2="59556" y2="10222"/>
                        <a14:foregroundMark x1="43556" y1="8889" x2="56889" y2="6222"/>
                        <a14:foregroundMark x1="51111" y1="889" x2="54667" y2="4000"/>
                        <a14:foregroundMark x1="6667" y1="33778" x2="8000" y2="43556"/>
                        <a14:foregroundMark x1="4000" y1="36444" x2="5333" y2="41778"/>
                        <a14:foregroundMark x1="1333" y1="38222" x2="1333" y2="43111"/>
                        <a14:foregroundMark x1="88000" y1="56889" x2="82667" y2="69778"/>
                        <a14:foregroundMark x1="41778" y1="85333" x2="40444" y2="88444"/>
                        <a14:foregroundMark x1="40444" y1="88889" x2="40444" y2="88889"/>
                        <a14:foregroundMark x1="49778" y1="94667" x2="49778" y2="94667"/>
                        <a14:foregroundMark x1="49778" y1="94667" x2="49778" y2="94667"/>
                        <a14:foregroundMark x1="96444" y1="65778" x2="96444" y2="65778"/>
                        <a14:foregroundMark x1="96444" y1="65778" x2="96444" y2="65778"/>
                        <a14:foregroundMark x1="51111" y1="98667" x2="51111" y2="98667"/>
                        <a14:foregroundMark x1="51111" y1="98667" x2="51111" y2="98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90790" y="6597253"/>
            <a:ext cx="469374" cy="46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" name="Picture 40" descr="Azure has a new logo, but where do you download it? Here!">
            <a:extLst>
              <a:ext uri="{FF2B5EF4-FFF2-40B4-BE49-F238E27FC236}">
                <a16:creationId xmlns:a16="http://schemas.microsoft.com/office/drawing/2014/main" id="{6837B55F-B6B5-F9EA-6839-8EE807FF8A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0">
            <a:extLst>
              <a:ext uri="{BEBA8EAE-BF5A-486C-A8C5-ECC9F3942E4B}">
                <a14:imgProps xmlns:a14="http://schemas.microsoft.com/office/drawing/2010/main">
                  <a14:imgLayer r:embed="rId31">
                    <a14:imgEffect>
                      <a14:backgroundRemoval t="8889" b="89778" l="4889" r="92000">
                        <a14:foregroundMark x1="92444" y1="88889" x2="92444" y2="88889"/>
                        <a14:foregroundMark x1="8889" y1="88000" x2="8889" y2="88000"/>
                        <a14:foregroundMark x1="5333" y1="88889" x2="5333" y2="88889"/>
                        <a14:foregroundMark x1="40000" y1="8889" x2="40000" y2="8889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3427" y="6644641"/>
            <a:ext cx="523814" cy="4037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710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3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2.08333E-6 1.85185E-6 L 0.83933 -0.00093 " pathEditMode="relative" rAng="0" ptsTypes="AA">
                                      <p:cBhvr>
                                        <p:cTn id="6" dur="2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41966" y="-46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Certificate of Scholarship">
      <a:dk1>
        <a:srgbClr val="000000"/>
      </a:dk1>
      <a:lt1>
        <a:srgbClr val="FFFFFF"/>
      </a:lt1>
      <a:dk2>
        <a:srgbClr val="696464"/>
      </a:dk2>
      <a:lt2>
        <a:srgbClr val="C3B8B4"/>
      </a:lt2>
      <a:accent1>
        <a:srgbClr val="E55956"/>
      </a:accent1>
      <a:accent2>
        <a:srgbClr val="B14647"/>
      </a:accent2>
      <a:accent3>
        <a:srgbClr val="3E3432"/>
      </a:accent3>
      <a:accent4>
        <a:srgbClr val="FB625F"/>
      </a:accent4>
      <a:accent5>
        <a:srgbClr val="168485"/>
      </a:accent5>
      <a:accent6>
        <a:srgbClr val="006588"/>
      </a:accent6>
      <a:hlink>
        <a:srgbClr val="CC9900"/>
      </a:hlink>
      <a:folHlink>
        <a:srgbClr val="96A9A9"/>
      </a:folHlink>
    </a:clrScheme>
    <a:fontScheme name="Custom 6">
      <a:majorFont>
        <a:latin typeface="Gill Sans MT"/>
        <a:ea typeface=""/>
        <a:cs typeface=""/>
      </a:majorFont>
      <a:minorFont>
        <a:latin typeface="Georgia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ertificate of Scholarship_TM02895265_WAC_AP_SL_v3" id="{54493849-C588-4B9D-938D-6267E2ACE5CA}" vid="{4AA5DDD9-B27D-4224-BC66-65B2F71520C2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8" ma:contentTypeDescription="Create a new document." ma:contentTypeScope="" ma:versionID="27a416adda3cf0f491a4f548a2367a54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2ef98d826045059a9b3c156985e150db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TaxCatchAll xmlns="230e9df3-be65-4c73-a93b-d1236ebd677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8296F365-A8FB-4771-B5A5-049B27B980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3D48541D-4E0C-47F7-8FE9-80A7836D9D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8AE7E590-2B19-426F-B030-B3BE65C3E734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Certificate of scholarship</Template>
  <TotalTime>91</TotalTime>
  <Words>45</Words>
  <Application>Microsoft Office PowerPoint</Application>
  <PresentationFormat>Custom</PresentationFormat>
  <Paragraphs>10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Georgia</vt:lpstr>
      <vt:lpstr>Gill Sans MT</vt:lpstr>
      <vt:lpstr>Office Theme</vt:lpstr>
      <vt:lpstr>CERTIFICATE OF APPRECIATION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OF APPRECIATION</dc:title>
  <dc:creator>Goloknath Mishra</dc:creator>
  <cp:lastModifiedBy>Pavan Mani Deep Yaragani</cp:lastModifiedBy>
  <cp:revision>10</cp:revision>
  <dcterms:created xsi:type="dcterms:W3CDTF">2022-07-17T12:14:29Z</dcterms:created>
  <dcterms:modified xsi:type="dcterms:W3CDTF">2025-10-03T19:07:43Z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