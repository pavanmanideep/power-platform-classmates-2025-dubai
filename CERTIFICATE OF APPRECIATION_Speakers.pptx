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9" r:id="rId5"/>
    <p:sldId id="260" r:id="rId6"/>
    <p:sldId id="261" r:id="rId7"/>
    <p:sldId id="262" r:id="rId8"/>
    <p:sldId id="263" r:id="rId9"/>
    <p:sldId id="264" r:id="rId10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4B4B"/>
    <a:srgbClr val="CC9900"/>
    <a:srgbClr val="443937"/>
    <a:srgbClr val="FC625F"/>
    <a:srgbClr val="C6BA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6" autoAdjust="0"/>
    <p:restoredTop sz="94648"/>
  </p:normalViewPr>
  <p:slideViewPr>
    <p:cSldViewPr snapToGrid="0" snapToObjects="1">
      <p:cViewPr varScale="1">
        <p:scale>
          <a:sx n="56" d="100"/>
          <a:sy n="56" d="100"/>
        </p:scale>
        <p:origin x="13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86A0A70-F39C-E14E-A9AD-78E4291BBA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rapezoid 1">
            <a:extLst>
              <a:ext uri="{FF2B5EF4-FFF2-40B4-BE49-F238E27FC236}">
                <a16:creationId xmlns:a16="http://schemas.microsoft.com/office/drawing/2014/main" id="{29EF1FD9-DDB0-4145-AD70-E8D911F73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739383" flipV="1">
            <a:off x="26874" y="2463843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rapezoid 1">
            <a:extLst>
              <a:ext uri="{FF2B5EF4-FFF2-40B4-BE49-F238E27FC236}">
                <a16:creationId xmlns:a16="http://schemas.microsoft.com/office/drawing/2014/main" id="{A6F5D03F-41CE-EF46-88DA-86416703F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2147602" y="401054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rapezoid 1">
            <a:extLst>
              <a:ext uri="{FF2B5EF4-FFF2-40B4-BE49-F238E27FC236}">
                <a16:creationId xmlns:a16="http://schemas.microsoft.com/office/drawing/2014/main" id="{CDF4494C-44FC-3B4E-8C25-D08C5047E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39383" flipV="1">
            <a:off x="8953306" y="4887884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rapezoid 1">
            <a:extLst>
              <a:ext uri="{FF2B5EF4-FFF2-40B4-BE49-F238E27FC236}">
                <a16:creationId xmlns:a16="http://schemas.microsoft.com/office/drawing/2014/main" id="{E1C15BFB-DB6D-314F-8C3A-45AF19AE1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6832578" y="6950673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96A839-0584-804A-B308-7793CAFB46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0881" y="645886"/>
            <a:ext cx="8676640" cy="64806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060E7A2A-60E9-8F44-96B5-608AFD9997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880" y="1675901"/>
            <a:ext cx="8675370" cy="595315"/>
          </a:xfrm>
        </p:spPr>
        <p:txBody>
          <a:bodyPr>
            <a:normAutofit/>
          </a:bodyPr>
          <a:lstStyle>
            <a:lvl1pPr algn="ctr">
              <a:defRPr sz="2400" b="1" i="0" spc="0">
                <a:solidFill>
                  <a:schemeClr val="accent3"/>
                </a:solidFill>
                <a:latin typeface="+mj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7F93C21-2D3D-47A0-80E8-2B6B53478F7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71416" y="1115555"/>
            <a:ext cx="1115568" cy="411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098CB78-AC04-D042-99AD-C2F1E4750D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420" y="2827108"/>
            <a:ext cx="8671560" cy="417743"/>
          </a:xfrm>
        </p:spPr>
        <p:txBody>
          <a:bodyPr anchor="b">
            <a:normAutofit/>
          </a:bodyPr>
          <a:lstStyle>
            <a:lvl1pPr marL="0" indent="0" algn="ctr">
              <a:buNone/>
              <a:defRPr sz="1600" b="0" i="0" cap="all" spc="50" baseline="0">
                <a:solidFill>
                  <a:schemeClr val="accent3"/>
                </a:solidFill>
                <a:latin typeface="+mj-lt"/>
                <a:cs typeface="Gill Sans Light" panose="020B0302020104020203" pitchFamily="34" charset="-79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B59FE82-774C-BB4A-A05E-24C963164A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3244851"/>
            <a:ext cx="8674100" cy="11185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4800" b="1" i="0" spc="0">
                <a:solidFill>
                  <a:schemeClr val="accent3"/>
                </a:solidFill>
                <a:latin typeface="+mn-lt"/>
              </a:defRPr>
            </a:lvl1pPr>
            <a:lvl2pPr marL="502920" indent="0">
              <a:buNone/>
              <a:defRPr/>
            </a:lvl2pPr>
            <a:lvl3pPr marL="1005840" indent="0">
              <a:buNone/>
              <a:defRPr/>
            </a:lvl3pPr>
            <a:lvl4pPr marL="1508760" indent="0">
              <a:buNone/>
              <a:defRPr/>
            </a:lvl4pPr>
            <a:lvl5pPr marL="201168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931E6A6E-1BA7-1F45-A08D-307AACEBEB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2150" y="4376956"/>
            <a:ext cx="8672830" cy="52296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0" i="0" cap="all" spc="50" baseline="0">
                <a:solidFill>
                  <a:schemeClr val="accent3"/>
                </a:solidFill>
                <a:latin typeface="+mj-lt"/>
                <a:cs typeface="Gill Sans Light" panose="020B0302020104020203" pitchFamily="34" charset="-79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049D150-13BC-384D-BEE8-E9527DB60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734457" y="5979886"/>
            <a:ext cx="6589486" cy="0"/>
            <a:chOff x="1872342" y="5979886"/>
            <a:chExt cx="6589486" cy="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8158FB6-64E7-264E-BD07-114D31C971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872342" y="5979886"/>
              <a:ext cx="27432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503DA16-86E8-5840-BA1E-44CC83BAF5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718628" y="5979886"/>
              <a:ext cx="27432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rapezoid 1">
            <a:extLst>
              <a:ext uri="{FF2B5EF4-FFF2-40B4-BE49-F238E27FC236}">
                <a16:creationId xmlns:a16="http://schemas.microsoft.com/office/drawing/2014/main" id="{90E97122-E24B-6F42-B409-9BF350C15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860617">
            <a:off x="-334655" y="1203124"/>
            <a:ext cx="3410625" cy="490780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786554"/>
              <a:gd name="connsiteY0" fmla="*/ 480751 h 484177"/>
              <a:gd name="connsiteX1" fmla="*/ 392592 w 2786554"/>
              <a:gd name="connsiteY1" fmla="*/ 0 h 484177"/>
              <a:gd name="connsiteX2" fmla="*/ 2518314 w 2786554"/>
              <a:gd name="connsiteY2" fmla="*/ 234 h 484177"/>
              <a:gd name="connsiteX3" fmla="*/ 2786554 w 2786554"/>
              <a:gd name="connsiteY3" fmla="*/ 484177 h 484177"/>
              <a:gd name="connsiteX4" fmla="*/ 0 w 2786554"/>
              <a:gd name="connsiteY4" fmla="*/ 480751 h 484177"/>
              <a:gd name="connsiteX0" fmla="*/ 0 w 2786554"/>
              <a:gd name="connsiteY0" fmla="*/ 487354 h 490780"/>
              <a:gd name="connsiteX1" fmla="*/ 392592 w 2786554"/>
              <a:gd name="connsiteY1" fmla="*/ 6603 h 490780"/>
              <a:gd name="connsiteX2" fmla="*/ 2396785 w 2786554"/>
              <a:gd name="connsiteY2" fmla="*/ 0 h 490780"/>
              <a:gd name="connsiteX3" fmla="*/ 2786554 w 2786554"/>
              <a:gd name="connsiteY3" fmla="*/ 490780 h 490780"/>
              <a:gd name="connsiteX4" fmla="*/ 0 w 2786554"/>
              <a:gd name="connsiteY4" fmla="*/ 487354 h 49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86554" h="490780">
                <a:moveTo>
                  <a:pt x="0" y="487354"/>
                </a:moveTo>
                <a:lnTo>
                  <a:pt x="392592" y="6603"/>
                </a:lnTo>
                <a:lnTo>
                  <a:pt x="2396785" y="0"/>
                </a:lnTo>
                <a:lnTo>
                  <a:pt x="2786554" y="490780"/>
                </a:lnTo>
                <a:lnTo>
                  <a:pt x="0" y="487354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apezoid 1">
            <a:extLst>
              <a:ext uri="{FF2B5EF4-FFF2-40B4-BE49-F238E27FC236}">
                <a16:creationId xmlns:a16="http://schemas.microsoft.com/office/drawing/2014/main" id="{C937B274-8943-0D47-B204-C1FB3BFB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8060617">
            <a:off x="6973284" y="6138574"/>
            <a:ext cx="3410625" cy="490780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786554"/>
              <a:gd name="connsiteY0" fmla="*/ 480751 h 484177"/>
              <a:gd name="connsiteX1" fmla="*/ 392592 w 2786554"/>
              <a:gd name="connsiteY1" fmla="*/ 0 h 484177"/>
              <a:gd name="connsiteX2" fmla="*/ 2518314 w 2786554"/>
              <a:gd name="connsiteY2" fmla="*/ 234 h 484177"/>
              <a:gd name="connsiteX3" fmla="*/ 2786554 w 2786554"/>
              <a:gd name="connsiteY3" fmla="*/ 484177 h 484177"/>
              <a:gd name="connsiteX4" fmla="*/ 0 w 2786554"/>
              <a:gd name="connsiteY4" fmla="*/ 480751 h 484177"/>
              <a:gd name="connsiteX0" fmla="*/ 0 w 2786554"/>
              <a:gd name="connsiteY0" fmla="*/ 487354 h 490780"/>
              <a:gd name="connsiteX1" fmla="*/ 392592 w 2786554"/>
              <a:gd name="connsiteY1" fmla="*/ 6603 h 490780"/>
              <a:gd name="connsiteX2" fmla="*/ 2396785 w 2786554"/>
              <a:gd name="connsiteY2" fmla="*/ 0 h 490780"/>
              <a:gd name="connsiteX3" fmla="*/ 2786554 w 2786554"/>
              <a:gd name="connsiteY3" fmla="*/ 490780 h 490780"/>
              <a:gd name="connsiteX4" fmla="*/ 0 w 2786554"/>
              <a:gd name="connsiteY4" fmla="*/ 487354 h 49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86554" h="490780">
                <a:moveTo>
                  <a:pt x="0" y="487354"/>
                </a:moveTo>
                <a:lnTo>
                  <a:pt x="392592" y="6603"/>
                </a:lnTo>
                <a:lnTo>
                  <a:pt x="2396785" y="0"/>
                </a:lnTo>
                <a:lnTo>
                  <a:pt x="2786554" y="490780"/>
                </a:lnTo>
                <a:lnTo>
                  <a:pt x="0" y="487354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53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55A94-CD46-C44F-8A53-8AA853BE1DF7}" type="datetimeFigureOut">
              <a:rPr lang="en-US" smtClean="0"/>
              <a:t>10/4/2025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FCBA5E-A969-C44D-8E38-C70ED41C06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6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C64CC-BAE8-25AE-13F9-0988AC5E5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C3F29DA9-F0F8-FA11-D690-16A8A035306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49020" y="2154054"/>
            <a:ext cx="6614471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1D9E27EE-B213-F3DF-D41F-A99830F5F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CC8592B3-483F-E038-548C-6426534DD6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475" y="2618554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6E70BB91-745D-C29F-F02A-47F5AC4D4EE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2991260"/>
            <a:ext cx="8674100" cy="1118504"/>
          </a:xfrm>
        </p:spPr>
        <p:txBody>
          <a:bodyPr>
            <a:normAutofit/>
          </a:bodyPr>
          <a:lstStyle/>
          <a:p>
            <a:r>
              <a:rPr lang="en-US" dirty="0"/>
              <a:t>Swapnil </a:t>
            </a:r>
            <a:r>
              <a:rPr lang="en-US" dirty="0" err="1"/>
              <a:t>Bandwal</a:t>
            </a:r>
            <a:endParaRPr lang="en-US" dirty="0"/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F0434C4A-6359-EF3B-5440-EEE638C274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6077" y="4186867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delivering an inspiring and insightful session at </a:t>
            </a:r>
            <a:r>
              <a:rPr lang="en-US" sz="1800" b="1" dirty="0"/>
              <a:t>Power Platform Classmates 2025 – Dubai</a:t>
            </a:r>
            <a:r>
              <a:rPr lang="en-US" sz="1800" dirty="0"/>
              <a:t>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BAA23C78-EA1A-0266-35DA-66CEE921623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22A2DE50-2B43-F436-7FD5-242E7F7CE4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C242E1C-3578-2E93-55F9-D9D9715383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3153" y="612169"/>
            <a:ext cx="1136107" cy="1074833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05BAE4FB-D1A1-1029-B4BC-D9A6282CC4D0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Oct, 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CAE6B320-F3E3-39CB-3BAF-BCE990145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E4EB9C7F-914F-3E77-6F2D-DF19ACD8F0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CE873786-F176-FBCD-F5E3-78AF8BCB5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FBC54EC7-26DE-22D1-8135-F17D05058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B6E14A9-2BA8-0638-71CA-2090F95D637F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6DDD99D-3732-CDCB-EF79-B8B63572A44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A4897601-392E-7D5C-C500-2836D01C9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39090914-49DA-447D-1CCA-30B5EE503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93BE7B46-1351-50D6-DBE6-2DE0A9702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DA37F1E5-C0E8-A29B-71F5-2EFDDAF76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A3D2C4D8-62DD-4F6D-32A0-42350F328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FC8097C4-8A20-39CE-66AD-C73A70BFB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5021A008-D8FD-24C2-CAB9-54C18E61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591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C14AA-8928-652B-309B-F6EA5C31B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7414E751-CCA5-6FD9-4ED0-0D750EBBA36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49020" y="2154054"/>
            <a:ext cx="6614471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AE1865C1-0522-60A5-B9F7-FEEA3C54F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D62B5005-2C77-44D5-75F1-8AAE1D95C0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475" y="2618554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B091FDD0-69C3-A677-C606-4A8FEEB78B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2991260"/>
            <a:ext cx="8674100" cy="1118504"/>
          </a:xfrm>
        </p:spPr>
        <p:txBody>
          <a:bodyPr>
            <a:normAutofit/>
          </a:bodyPr>
          <a:lstStyle/>
          <a:p>
            <a:r>
              <a:rPr lang="en-US" dirty="0"/>
              <a:t>Ramya </a:t>
            </a:r>
            <a:r>
              <a:rPr lang="en-US" dirty="0" err="1"/>
              <a:t>Saragadam</a:t>
            </a:r>
            <a:endParaRPr lang="en-US" dirty="0"/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45B62CD6-F9C8-1955-10D4-513228D778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6077" y="4186867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delivering an inspiring and insightful session at </a:t>
            </a:r>
            <a:r>
              <a:rPr lang="en-US" sz="1800" b="1" dirty="0"/>
              <a:t>Power Platform Classmates 2025 – Dubai</a:t>
            </a:r>
            <a:r>
              <a:rPr lang="en-US" sz="1800" dirty="0"/>
              <a:t>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046A4E10-1C70-49E2-2E0B-946C2F4066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2B4E1B96-B05B-B694-A77C-8C58CE7ECE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B4BAFA3-149E-45B3-6E34-5705C715E8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3153" y="612169"/>
            <a:ext cx="1136107" cy="1074833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5846728A-2DE7-4DDB-3AD9-D068A3E7EA0C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Oct, 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D4EE60E6-7759-6FB6-5C36-2A1DCAC7C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7810082C-2F12-55FC-7692-391FAE8B8B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D0697BF6-59EA-7DFE-ED88-B7DCF0E7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762BAC24-54B5-D3AD-008F-32C8E9E14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28F6DD4-CC8F-2120-D51E-B0A73B680EAF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2C740D9-FAAF-732B-4374-B61766A17F1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6A166D97-2379-D971-EE70-8042D3342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F440F6EB-0143-087D-C2CD-1EEC04B68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9345BF87-FFA1-58D8-555F-ADEFC6B011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EE1ACF47-F8C3-48C7-120C-FB3995BE3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68CAEF69-E694-6275-A78B-8ACA864FDF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EA81FED1-3EB8-BE20-4DA9-61E8B0E3E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21E9A06B-AE05-06F6-EFED-709DA2FD1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687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535BF-282B-D506-8F1D-CB5DFEB1A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46A32015-EDF8-1E02-DBFB-37B1297965E6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49020" y="2154054"/>
            <a:ext cx="6614471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3D1866BD-7063-6E98-72B5-9DA631D5D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F88BB4DD-7384-049C-BB57-D86C05BD49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475" y="2618554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40E0ECF5-A399-E63B-3BC2-57CC25A7CD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2991260"/>
            <a:ext cx="8674100" cy="1118504"/>
          </a:xfrm>
        </p:spPr>
        <p:txBody>
          <a:bodyPr>
            <a:normAutofit/>
          </a:bodyPr>
          <a:lstStyle/>
          <a:p>
            <a:r>
              <a:rPr lang="en-US" dirty="0"/>
              <a:t>Moiz Lokhandwala</a:t>
            </a:r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003EFC2B-5665-B85F-5F68-03CD857964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6077" y="4186867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delivering an inspiring and insightful session at </a:t>
            </a:r>
            <a:r>
              <a:rPr lang="en-US" sz="1800" b="1" dirty="0"/>
              <a:t>Power Platform Classmates 2025 – Dubai</a:t>
            </a:r>
            <a:r>
              <a:rPr lang="en-US" sz="1800" dirty="0"/>
              <a:t>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B55EB1EB-D3C1-B948-3AE3-A796EAD849C9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65531AE4-0D37-3022-7B14-F636210E79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1F0BD5-B87C-0C4B-5B9B-B2B4B32195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3153" y="612169"/>
            <a:ext cx="1136107" cy="1074833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1F0CE863-9025-C015-7FBF-3B9ABD63AE0B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Oct, 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19D2E6C3-9879-252E-44B3-74D151019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BF08D320-C691-5843-E408-A433D4155B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6ADCF6EC-73BD-31BD-5DB0-A62A76EE6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A04A0A85-A55E-8B3A-5ACA-940FBAED8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FD8089D-3881-FE63-9AC3-7D6903C90159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2D7EF3BF-9FC2-BE76-ED0F-9A204811840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CB6B2CDC-32DB-8B22-81F9-E9A3AF2758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6BB9EFE7-C7FB-0E55-1BD6-DF57AA157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B43358D4-3117-CE5F-FBF5-EA1C5CBE3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B941D08D-1906-F372-F414-CC8A6ECD14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635751F0-B7F3-8AE9-E19F-91A339BA1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30C49293-5C95-797C-EA2B-C48364EA8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D11D93DF-23AC-1DB0-9F67-C3BE8D3FB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0589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D7EE7-E432-9184-A266-CE7C9C7B7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2B928470-00FB-6D16-14D0-0DF84D1DFD66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49020" y="2154054"/>
            <a:ext cx="6614471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7FC61736-A91A-D7EB-37F0-53DA14B01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2C17B7D2-3C80-F9EB-45B0-712FB3F29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475" y="2618554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2D0C1791-1214-ECE6-4C1D-A51D297AF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2991260"/>
            <a:ext cx="8674100" cy="1118504"/>
          </a:xfrm>
        </p:spPr>
        <p:txBody>
          <a:bodyPr>
            <a:normAutofit/>
          </a:bodyPr>
          <a:lstStyle/>
          <a:p>
            <a:r>
              <a:rPr lang="en-US" dirty="0"/>
              <a:t>Mohammed Shafiuddin </a:t>
            </a:r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802E7E9E-18A7-14F9-1F89-369D3C6CD5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6077" y="4186867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delivering an inspiring and insightful session at </a:t>
            </a:r>
            <a:r>
              <a:rPr lang="en-US" sz="1800" b="1" dirty="0"/>
              <a:t>Power Platform Classmates 2025 – Dubai</a:t>
            </a:r>
            <a:r>
              <a:rPr lang="en-US" sz="1800" dirty="0"/>
              <a:t>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4A8EDA09-4FA5-FD2D-9B22-60178E72559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833575A9-A0D4-8382-EE11-6A2CA37EC5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BDF520F-30F4-DC46-646E-4016D63BA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3153" y="612169"/>
            <a:ext cx="1136107" cy="1074833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CE1BAC42-DB2C-82D2-750D-25804C4E52E9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Oct, 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2B8D481F-2E43-50D8-7ED1-A9834089E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8E4E902D-BE3A-43F3-7CE9-1E2CC780F2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B93E2192-5DB4-1F17-4B6C-2CDDD32D7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17A16B37-0FC6-EF6C-AB91-A3F1EBE61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3991623-FB65-0EA0-264D-C54DF0955209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612E4C0-82F9-17D9-CF2A-2F819C7A800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1DEE6BC2-66E4-E9AC-960C-C20F3A021A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8C374800-A7F8-1226-4172-112DA27C9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EA743659-1069-202F-143F-656A294FA0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48DC09C9-3183-2CF0-1229-C04265DEB2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C3B78A8A-7D57-3B1C-E9A5-B50379278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48326C47-937A-A90A-9B93-8BF8270B9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DB720664-B908-376A-3B95-CC35FE160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4697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0087F-E747-9E92-6E46-ACE38D826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F3DF0479-9CF6-5C7E-9DC1-14E45F9CD417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49020" y="2154054"/>
            <a:ext cx="6614471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8D3B3224-0A91-ACAA-01BE-3A0855544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F2CF281F-A499-4B6B-1841-541709B261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475" y="2618554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2AC2F51E-0BA7-3EC3-425A-B3EE141B52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2991260"/>
            <a:ext cx="8674100" cy="1118504"/>
          </a:xfrm>
        </p:spPr>
        <p:txBody>
          <a:bodyPr>
            <a:normAutofit/>
          </a:bodyPr>
          <a:lstStyle/>
          <a:p>
            <a:r>
              <a:rPr lang="en-US" dirty="0"/>
              <a:t>Venkatesh </a:t>
            </a:r>
            <a:r>
              <a:rPr lang="en-US" dirty="0" err="1"/>
              <a:t>Yellampalli</a:t>
            </a:r>
            <a:r>
              <a:rPr lang="en-US" dirty="0"/>
              <a:t> </a:t>
            </a:r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0DB771FA-4BA7-2D28-8F1E-2B7F6E846E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6077" y="4186867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delivering an inspiring and insightful session at </a:t>
            </a:r>
            <a:r>
              <a:rPr lang="en-US" sz="1800" b="1" dirty="0"/>
              <a:t>Power Platform Classmates 2025 – Dubai</a:t>
            </a:r>
            <a:r>
              <a:rPr lang="en-US" sz="1800" dirty="0"/>
              <a:t>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1A4BB80F-676A-2DDA-2EC1-EE2509DDE9D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5E8659C9-ECF2-0641-4876-96113813D7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E56953-DEDF-646B-C12F-1281B58AAB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3153" y="612169"/>
            <a:ext cx="1136107" cy="1074833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D97917F5-74FA-F894-0078-4CC110F4106A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Oct, 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3E71C79A-82C3-6212-5670-677921024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A1863317-C39B-D3EF-8994-E0F4F3F3FD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EA26187A-E9A2-E9A6-5FE2-0291BFFFD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35CBAABF-46D1-0950-BF01-5C571EDC9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3557DAB-550C-27B2-D2AE-49CBDF1CB118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47AAB61-6AC0-EC88-8DBC-6CCA93F11CC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17D31214-2CD7-F3DC-16C6-FD0514B21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A6B38AE7-6B91-7A3B-4D9C-1FDC3A93B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1957A299-3204-BEF3-5D3A-09F1610E14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510C460A-CA48-D9DA-470A-1322A4ED5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0CD04A24-087F-48E4-BABD-ACBDD78BD9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2CCFA7D3-6337-5B72-3876-57FC9AB6D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A8EC998F-8B81-0866-60E4-B517D05196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8901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F3CE7-FC01-8FC5-136E-8D708223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F197C870-CD64-863E-AA95-514672B73B7D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49020" y="2154054"/>
            <a:ext cx="6614471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31C92E2B-23D0-64EE-E5E0-673A0F9FA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28A1C399-5989-0B6F-EF3D-E25EEBC516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20475" y="2618554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010B461A-575C-4452-6DC4-9EB582AB734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2991260"/>
            <a:ext cx="8674100" cy="1118504"/>
          </a:xfrm>
        </p:spPr>
        <p:txBody>
          <a:bodyPr>
            <a:normAutofit/>
          </a:bodyPr>
          <a:lstStyle/>
          <a:p>
            <a:r>
              <a:rPr lang="en-US" dirty="0"/>
              <a:t>Ahmad Uzair </a:t>
            </a:r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B2661D6A-E61D-BCF9-B5AA-47ABCEC919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06077" y="4186867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delivering an inspiring and insightful session at </a:t>
            </a:r>
            <a:r>
              <a:rPr lang="en-US" sz="1800" b="1" dirty="0"/>
              <a:t>Power Platform Classmates 2025 – Dubai</a:t>
            </a:r>
            <a:r>
              <a:rPr lang="en-US" sz="1800" dirty="0"/>
              <a:t>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6DE0FCAC-BD5C-8A42-DCA9-625D4BDA0B9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DD0DB0EC-9125-D028-68F4-4E34C7293E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FED145F-BDFB-80C6-94B2-83896480B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33153" y="612169"/>
            <a:ext cx="1136107" cy="1074833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166EBEE4-E3B9-A670-2F11-72AE2CCF16C4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Oct, 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7AFA5EFB-2EDE-6F69-B8B5-6AB1B18D9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E449DB26-70FC-1EC2-A7B8-6C4689CDC4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C382B3F5-1853-B0A4-2B0D-E94CD1430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17EF759F-B29A-15A4-2C36-D91322F14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F823322-2894-DD62-3A4D-D9347E221F7C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88F1183C-C2E2-7A97-98B6-7A50BE5B12C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D99972E3-F5E1-960C-DB76-233DD82B8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C9821C81-7281-8D9B-7B6F-5FB1580A3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176DB56C-0100-9732-FEEE-6F8D70DF7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47902C9A-C4E9-4237-495A-33D484704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8B67D8DE-9032-7D18-1519-BD0B9EC156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71E9F5AA-B30D-4793-B33A-8766DCF0C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3C5013DF-B0F5-B0B9-C5DA-0DF319B7E0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3304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ertificate of Scholarship">
      <a:dk1>
        <a:srgbClr val="000000"/>
      </a:dk1>
      <a:lt1>
        <a:srgbClr val="FFFFFF"/>
      </a:lt1>
      <a:dk2>
        <a:srgbClr val="696464"/>
      </a:dk2>
      <a:lt2>
        <a:srgbClr val="C3B8B4"/>
      </a:lt2>
      <a:accent1>
        <a:srgbClr val="E55956"/>
      </a:accent1>
      <a:accent2>
        <a:srgbClr val="B14647"/>
      </a:accent2>
      <a:accent3>
        <a:srgbClr val="3E3432"/>
      </a:accent3>
      <a:accent4>
        <a:srgbClr val="FB625F"/>
      </a:accent4>
      <a:accent5>
        <a:srgbClr val="168485"/>
      </a:accent5>
      <a:accent6>
        <a:srgbClr val="006588"/>
      </a:accent6>
      <a:hlink>
        <a:srgbClr val="CC9900"/>
      </a:hlink>
      <a:folHlink>
        <a:srgbClr val="96A9A9"/>
      </a:folHlink>
    </a:clrScheme>
    <a:fontScheme name="Custom 6">
      <a:majorFont>
        <a:latin typeface="Gill Sans MT"/>
        <a:ea typeface=""/>
        <a:cs typeface=""/>
      </a:majorFont>
      <a:minorFont>
        <a:latin typeface="Georgi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rtificate of Scholarship_TM02895265_WAC_AP_SL_v3" id="{54493849-C588-4B9D-938D-6267E2ACE5CA}" vid="{4AA5DDD9-B27D-4224-BC66-65B2F71520C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7a416adda3cf0f491a4f548a2367a54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ef98d826045059a9b3c156985e150db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E7E590-2B19-426F-B030-B3BE65C3E73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3D48541D-4E0C-47F7-8FE9-80A7836D9D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296F365-A8FB-4771-B5A5-049B27B980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Certificate of scholarship</Template>
  <TotalTime>690</TotalTime>
  <Words>222</Words>
  <Application>Microsoft Office PowerPoint</Application>
  <PresentationFormat>Custom</PresentationFormat>
  <Paragraphs>48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Georgia</vt:lpstr>
      <vt:lpstr>Gill Sans MT</vt:lpstr>
      <vt:lpstr>Office Theme</vt:lpstr>
      <vt:lpstr>CERTIFICATE OF APPRECIATION</vt:lpstr>
      <vt:lpstr>CERTIFICATE OF APPRECIATION</vt:lpstr>
      <vt:lpstr>CERTIFICATE OF APPRECIATION</vt:lpstr>
      <vt:lpstr>CERTIFICATE OF APPRECIATION</vt:lpstr>
      <vt:lpstr>CERTIFICATE OF APPRECIATION</vt:lpstr>
      <vt:lpstr>CERTIFICATE OF APPRECIATION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OF APPRECIATION</dc:title>
  <dc:creator>Goloknath Mishra</dc:creator>
  <cp:lastModifiedBy>Pavan Mani Deep Yaragani</cp:lastModifiedBy>
  <cp:revision>12</cp:revision>
  <dcterms:created xsi:type="dcterms:W3CDTF">2022-07-17T12:14:29Z</dcterms:created>
  <dcterms:modified xsi:type="dcterms:W3CDTF">2025-10-04T18:58:29Z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